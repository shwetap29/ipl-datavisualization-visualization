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3"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A0A4BE-CB68-4CD2-9EAC-940A46E1675C}" v="46" dt="2024-03-27T01:20:33.8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95" autoAdjust="0"/>
  </p:normalViewPr>
  <p:slideViewPr>
    <p:cSldViewPr snapToGrid="0">
      <p:cViewPr varScale="1">
        <p:scale>
          <a:sx n="77" d="100"/>
          <a:sy n="77" d="100"/>
        </p:scale>
        <p:origin x="883"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weta prasad" userId="83456a4fb52efa7e" providerId="LiveId" clId="{4EA0A4BE-CB68-4CD2-9EAC-940A46E1675C}"/>
    <pc:docChg chg="undo custSel addSld modSld">
      <pc:chgData name="shweta prasad" userId="83456a4fb52efa7e" providerId="LiveId" clId="{4EA0A4BE-CB68-4CD2-9EAC-940A46E1675C}" dt="2024-03-28T00:30:51.323" v="1525" actId="478"/>
      <pc:docMkLst>
        <pc:docMk/>
      </pc:docMkLst>
      <pc:sldChg chg="addSp delSp modSp new mod">
        <pc:chgData name="shweta prasad" userId="83456a4fb52efa7e" providerId="LiveId" clId="{4EA0A4BE-CB68-4CD2-9EAC-940A46E1675C}" dt="2024-03-28T00:30:51.323" v="1525" actId="478"/>
        <pc:sldMkLst>
          <pc:docMk/>
          <pc:sldMk cId="723724045" sldId="256"/>
        </pc:sldMkLst>
        <pc:spChg chg="del">
          <ac:chgData name="shweta prasad" userId="83456a4fb52efa7e" providerId="LiveId" clId="{4EA0A4BE-CB68-4CD2-9EAC-940A46E1675C}" dt="2024-03-26T03:58:14.485" v="9" actId="21"/>
          <ac:spMkLst>
            <pc:docMk/>
            <pc:sldMk cId="723724045" sldId="256"/>
            <ac:spMk id="2" creationId="{9DD4B962-74CF-2B34-3BD8-1A52C0BAD8C3}"/>
          </ac:spMkLst>
        </pc:spChg>
        <pc:spChg chg="mod">
          <ac:chgData name="shweta prasad" userId="83456a4fb52efa7e" providerId="LiveId" clId="{4EA0A4BE-CB68-4CD2-9EAC-940A46E1675C}" dt="2024-03-26T04:07:56.235" v="109" actId="1076"/>
          <ac:spMkLst>
            <pc:docMk/>
            <pc:sldMk cId="723724045" sldId="256"/>
            <ac:spMk id="3" creationId="{8116F806-C8FD-A2B5-DE26-E5F26E6EFCBD}"/>
          </ac:spMkLst>
        </pc:spChg>
        <pc:picChg chg="add mod">
          <ac:chgData name="shweta prasad" userId="83456a4fb52efa7e" providerId="LiveId" clId="{4EA0A4BE-CB68-4CD2-9EAC-940A46E1675C}" dt="2024-03-26T04:11:32.313" v="120" actId="1076"/>
          <ac:picMkLst>
            <pc:docMk/>
            <pc:sldMk cId="723724045" sldId="256"/>
            <ac:picMk id="4" creationId="{68DF9A66-4ED6-BE94-66C3-6C13FF671AA6}"/>
          </ac:picMkLst>
        </pc:picChg>
        <pc:picChg chg="add del mod">
          <ac:chgData name="shweta prasad" userId="83456a4fb52efa7e" providerId="LiveId" clId="{4EA0A4BE-CB68-4CD2-9EAC-940A46E1675C}" dt="2024-03-28T00:30:51.323" v="1525" actId="478"/>
          <ac:picMkLst>
            <pc:docMk/>
            <pc:sldMk cId="723724045" sldId="256"/>
            <ac:picMk id="6" creationId="{18F42738-55B7-0B6A-F093-B65A3C05D5B8}"/>
          </ac:picMkLst>
        </pc:picChg>
        <pc:picChg chg="add del mod">
          <ac:chgData name="shweta prasad" userId="83456a4fb52efa7e" providerId="LiveId" clId="{4EA0A4BE-CB68-4CD2-9EAC-940A46E1675C}" dt="2024-03-26T04:11:38.349" v="122" actId="21"/>
          <ac:picMkLst>
            <pc:docMk/>
            <pc:sldMk cId="723724045" sldId="256"/>
            <ac:picMk id="8" creationId="{BD26F128-4E45-4418-308B-C60B196B8383}"/>
          </ac:picMkLst>
        </pc:picChg>
        <pc:picChg chg="add mod">
          <ac:chgData name="shweta prasad" userId="83456a4fb52efa7e" providerId="LiveId" clId="{4EA0A4BE-CB68-4CD2-9EAC-940A46E1675C}" dt="2024-03-26T04:11:55.794" v="127" actId="1076"/>
          <ac:picMkLst>
            <pc:docMk/>
            <pc:sldMk cId="723724045" sldId="256"/>
            <ac:picMk id="10" creationId="{0E796965-A5E2-81B8-32CF-D3D0082AB9A6}"/>
          </ac:picMkLst>
        </pc:picChg>
      </pc:sldChg>
      <pc:sldChg chg="addSp delSp modSp new mod">
        <pc:chgData name="shweta prasad" userId="83456a4fb52efa7e" providerId="LiveId" clId="{4EA0A4BE-CB68-4CD2-9EAC-940A46E1675C}" dt="2024-03-27T22:16:49.296" v="1510" actId="20577"/>
        <pc:sldMkLst>
          <pc:docMk/>
          <pc:sldMk cId="390102628" sldId="257"/>
        </pc:sldMkLst>
        <pc:spChg chg="mod">
          <ac:chgData name="shweta prasad" userId="83456a4fb52efa7e" providerId="LiveId" clId="{4EA0A4BE-CB68-4CD2-9EAC-940A46E1675C}" dt="2024-03-26T04:26:47.480" v="165" actId="14100"/>
          <ac:spMkLst>
            <pc:docMk/>
            <pc:sldMk cId="390102628" sldId="257"/>
            <ac:spMk id="2" creationId="{673C1AB1-AB04-9CBB-0F82-986CB6BDD38D}"/>
          </ac:spMkLst>
        </pc:spChg>
        <pc:spChg chg="del mod">
          <ac:chgData name="shweta prasad" userId="83456a4fb52efa7e" providerId="LiveId" clId="{4EA0A4BE-CB68-4CD2-9EAC-940A46E1675C}" dt="2024-03-26T04:12:12.374" v="128" actId="931"/>
          <ac:spMkLst>
            <pc:docMk/>
            <pc:sldMk cId="390102628" sldId="257"/>
            <ac:spMk id="3" creationId="{060D1CBF-0ABF-5356-BC14-F11F67DDFC54}"/>
          </ac:spMkLst>
        </pc:spChg>
        <pc:spChg chg="add del mod">
          <ac:chgData name="shweta prasad" userId="83456a4fb52efa7e" providerId="LiveId" clId="{4EA0A4BE-CB68-4CD2-9EAC-940A46E1675C}" dt="2024-03-26T04:26:26.538" v="159"/>
          <ac:spMkLst>
            <pc:docMk/>
            <pc:sldMk cId="390102628" sldId="257"/>
            <ac:spMk id="6" creationId="{1FE02E52-97D5-9E84-D148-8F9297569243}"/>
          </ac:spMkLst>
        </pc:spChg>
        <pc:spChg chg="add del mod">
          <ac:chgData name="shweta prasad" userId="83456a4fb52efa7e" providerId="LiveId" clId="{4EA0A4BE-CB68-4CD2-9EAC-940A46E1675C}" dt="2024-03-26T04:27:36.354" v="172"/>
          <ac:spMkLst>
            <pc:docMk/>
            <pc:sldMk cId="390102628" sldId="257"/>
            <ac:spMk id="7" creationId="{06630AA7-1FDB-B1C1-A6AF-743A96F29A9D}"/>
          </ac:spMkLst>
        </pc:spChg>
        <pc:spChg chg="add mod">
          <ac:chgData name="shweta prasad" userId="83456a4fb52efa7e" providerId="LiveId" clId="{4EA0A4BE-CB68-4CD2-9EAC-940A46E1675C}" dt="2024-03-27T22:16:49.296" v="1510" actId="20577"/>
          <ac:spMkLst>
            <pc:docMk/>
            <pc:sldMk cId="390102628" sldId="257"/>
            <ac:spMk id="8" creationId="{EECAA703-A4C4-3757-A88E-049E37A06684}"/>
          </ac:spMkLst>
        </pc:spChg>
        <pc:picChg chg="add mod">
          <ac:chgData name="shweta prasad" userId="83456a4fb52efa7e" providerId="LiveId" clId="{4EA0A4BE-CB68-4CD2-9EAC-940A46E1675C}" dt="2024-03-26T04:26:54.875" v="166" actId="1076"/>
          <ac:picMkLst>
            <pc:docMk/>
            <pc:sldMk cId="390102628" sldId="257"/>
            <ac:picMk id="5" creationId="{FD463C4A-1ED1-B3AC-59AC-AB86375530B5}"/>
          </ac:picMkLst>
        </pc:picChg>
      </pc:sldChg>
      <pc:sldChg chg="addSp modSp new mod">
        <pc:chgData name="shweta prasad" userId="83456a4fb52efa7e" providerId="LiveId" clId="{4EA0A4BE-CB68-4CD2-9EAC-940A46E1675C}" dt="2024-03-26T16:43:20.337" v="763" actId="255"/>
        <pc:sldMkLst>
          <pc:docMk/>
          <pc:sldMk cId="2704421388" sldId="258"/>
        </pc:sldMkLst>
        <pc:spChg chg="mod">
          <ac:chgData name="shweta prasad" userId="83456a4fb52efa7e" providerId="LiveId" clId="{4EA0A4BE-CB68-4CD2-9EAC-940A46E1675C}" dt="2024-03-26T04:46:09.673" v="217" actId="14100"/>
          <ac:spMkLst>
            <pc:docMk/>
            <pc:sldMk cId="2704421388" sldId="258"/>
            <ac:spMk id="2" creationId="{B312AD5D-8B3B-1C0D-1FA3-18FE08107059}"/>
          </ac:spMkLst>
        </pc:spChg>
        <pc:spChg chg="mod">
          <ac:chgData name="shweta prasad" userId="83456a4fb52efa7e" providerId="LiveId" clId="{4EA0A4BE-CB68-4CD2-9EAC-940A46E1675C}" dt="2024-03-26T16:43:20.337" v="763" actId="255"/>
          <ac:spMkLst>
            <pc:docMk/>
            <pc:sldMk cId="2704421388" sldId="258"/>
            <ac:spMk id="3" creationId="{AAA0AC31-7D46-B53C-F15E-9C79B10A7A2F}"/>
          </ac:spMkLst>
        </pc:spChg>
        <pc:picChg chg="add mod">
          <ac:chgData name="shweta prasad" userId="83456a4fb52efa7e" providerId="LiveId" clId="{4EA0A4BE-CB68-4CD2-9EAC-940A46E1675C}" dt="2024-03-26T04:46:20.763" v="219" actId="1076"/>
          <ac:picMkLst>
            <pc:docMk/>
            <pc:sldMk cId="2704421388" sldId="258"/>
            <ac:picMk id="4" creationId="{DCE0E11A-F2B8-01BF-0C66-BFB255C9CD01}"/>
          </ac:picMkLst>
        </pc:picChg>
      </pc:sldChg>
      <pc:sldChg chg="addSp modSp new mod">
        <pc:chgData name="shweta prasad" userId="83456a4fb52efa7e" providerId="LiveId" clId="{4EA0A4BE-CB68-4CD2-9EAC-940A46E1675C}" dt="2024-03-26T16:59:07.750" v="876" actId="20577"/>
        <pc:sldMkLst>
          <pc:docMk/>
          <pc:sldMk cId="1979426224" sldId="259"/>
        </pc:sldMkLst>
        <pc:spChg chg="mod">
          <ac:chgData name="shweta prasad" userId="83456a4fb52efa7e" providerId="LiveId" clId="{4EA0A4BE-CB68-4CD2-9EAC-940A46E1675C}" dt="2024-03-26T04:50:28.789" v="249" actId="113"/>
          <ac:spMkLst>
            <pc:docMk/>
            <pc:sldMk cId="1979426224" sldId="259"/>
            <ac:spMk id="2" creationId="{24E03AF4-8320-BE80-7235-D972E102ACED}"/>
          </ac:spMkLst>
        </pc:spChg>
        <pc:spChg chg="mod">
          <ac:chgData name="shweta prasad" userId="83456a4fb52efa7e" providerId="LiveId" clId="{4EA0A4BE-CB68-4CD2-9EAC-940A46E1675C}" dt="2024-03-26T16:59:07.750" v="876" actId="20577"/>
          <ac:spMkLst>
            <pc:docMk/>
            <pc:sldMk cId="1979426224" sldId="259"/>
            <ac:spMk id="3" creationId="{1AAE13AB-902B-6DFB-71C7-3028F336009C}"/>
          </ac:spMkLst>
        </pc:spChg>
        <pc:picChg chg="add mod">
          <ac:chgData name="shweta prasad" userId="83456a4fb52efa7e" providerId="LiveId" clId="{4EA0A4BE-CB68-4CD2-9EAC-940A46E1675C}" dt="2024-03-26T04:49:55.694" v="226" actId="14100"/>
          <ac:picMkLst>
            <pc:docMk/>
            <pc:sldMk cId="1979426224" sldId="259"/>
            <ac:picMk id="4" creationId="{3A7A4F63-8094-8197-EA59-988B6B4017AD}"/>
          </ac:picMkLst>
        </pc:picChg>
      </pc:sldChg>
      <pc:sldChg chg="addSp delSp modSp new mod">
        <pc:chgData name="shweta prasad" userId="83456a4fb52efa7e" providerId="LiveId" clId="{4EA0A4BE-CB68-4CD2-9EAC-940A46E1675C}" dt="2024-03-27T22:20:46.590" v="1511" actId="20577"/>
        <pc:sldMkLst>
          <pc:docMk/>
          <pc:sldMk cId="377609539" sldId="260"/>
        </pc:sldMkLst>
        <pc:spChg chg="mod">
          <ac:chgData name="shweta prasad" userId="83456a4fb52efa7e" providerId="LiveId" clId="{4EA0A4BE-CB68-4CD2-9EAC-940A46E1675C}" dt="2024-03-26T16:12:51.647" v="355" actId="255"/>
          <ac:spMkLst>
            <pc:docMk/>
            <pc:sldMk cId="377609539" sldId="260"/>
            <ac:spMk id="2" creationId="{B0B50235-C75F-3D01-F3F1-2311EACB3533}"/>
          </ac:spMkLst>
        </pc:spChg>
        <pc:spChg chg="add mod">
          <ac:chgData name="shweta prasad" userId="83456a4fb52efa7e" providerId="LiveId" clId="{4EA0A4BE-CB68-4CD2-9EAC-940A46E1675C}" dt="2024-03-27T22:20:46.590" v="1511" actId="20577"/>
          <ac:spMkLst>
            <pc:docMk/>
            <pc:sldMk cId="377609539" sldId="260"/>
            <ac:spMk id="3" creationId="{36FAEAEB-7497-8D64-17D6-EC6E8AD5BC24}"/>
          </ac:spMkLst>
        </pc:spChg>
        <pc:spChg chg="del mod">
          <ac:chgData name="shweta prasad" userId="83456a4fb52efa7e" providerId="LiveId" clId="{4EA0A4BE-CB68-4CD2-9EAC-940A46E1675C}" dt="2024-03-26T17:00:00.657" v="877"/>
          <ac:spMkLst>
            <pc:docMk/>
            <pc:sldMk cId="377609539" sldId="260"/>
            <ac:spMk id="3" creationId="{8CA08CD9-3999-E286-3723-7E25AC49959C}"/>
          </ac:spMkLst>
        </pc:spChg>
        <pc:spChg chg="add mod">
          <ac:chgData name="shweta prasad" userId="83456a4fb52efa7e" providerId="LiveId" clId="{4EA0A4BE-CB68-4CD2-9EAC-940A46E1675C}" dt="2024-03-26T20:01:50.456" v="1076" actId="113"/>
          <ac:spMkLst>
            <pc:docMk/>
            <pc:sldMk cId="377609539" sldId="260"/>
            <ac:spMk id="6" creationId="{E4D96448-4282-6ECB-7AB3-88FDC8DA9542}"/>
          </ac:spMkLst>
        </pc:spChg>
        <pc:picChg chg="add mod">
          <ac:chgData name="shweta prasad" userId="83456a4fb52efa7e" providerId="LiveId" clId="{4EA0A4BE-CB68-4CD2-9EAC-940A46E1675C}" dt="2024-03-26T20:02:08.430" v="1080" actId="14100"/>
          <ac:picMkLst>
            <pc:docMk/>
            <pc:sldMk cId="377609539" sldId="260"/>
            <ac:picMk id="4" creationId="{067D3BF6-F4ED-5B3A-9E39-79F9DFFEEB8D}"/>
          </ac:picMkLst>
        </pc:picChg>
        <pc:picChg chg="add mod">
          <ac:chgData name="shweta prasad" userId="83456a4fb52efa7e" providerId="LiveId" clId="{4EA0A4BE-CB68-4CD2-9EAC-940A46E1675C}" dt="2024-03-26T17:00:27.195" v="884" actId="1076"/>
          <ac:picMkLst>
            <pc:docMk/>
            <pc:sldMk cId="377609539" sldId="260"/>
            <ac:picMk id="5" creationId="{D1435DC5-45EB-4CD1-4DBE-D59BEF7839F2}"/>
          </ac:picMkLst>
        </pc:picChg>
      </pc:sldChg>
      <pc:sldChg chg="addSp delSp modSp new mod">
        <pc:chgData name="shweta prasad" userId="83456a4fb52efa7e" providerId="LiveId" clId="{4EA0A4BE-CB68-4CD2-9EAC-940A46E1675C}" dt="2024-03-27T22:46:42.751" v="1522" actId="20577"/>
        <pc:sldMkLst>
          <pc:docMk/>
          <pc:sldMk cId="2708006794" sldId="261"/>
        </pc:sldMkLst>
        <pc:spChg chg="mod">
          <ac:chgData name="shweta prasad" userId="83456a4fb52efa7e" providerId="LiveId" clId="{4EA0A4BE-CB68-4CD2-9EAC-940A46E1675C}" dt="2024-03-26T20:05:21.355" v="1117" actId="1076"/>
          <ac:spMkLst>
            <pc:docMk/>
            <pc:sldMk cId="2708006794" sldId="261"/>
            <ac:spMk id="2" creationId="{B08E6137-A8D1-D031-CBC4-DE1395149E91}"/>
          </ac:spMkLst>
        </pc:spChg>
        <pc:spChg chg="add mod">
          <ac:chgData name="shweta prasad" userId="83456a4fb52efa7e" providerId="LiveId" clId="{4EA0A4BE-CB68-4CD2-9EAC-940A46E1675C}" dt="2024-03-27T22:46:42.751" v="1522" actId="20577"/>
          <ac:spMkLst>
            <pc:docMk/>
            <pc:sldMk cId="2708006794" sldId="261"/>
            <ac:spMk id="3" creationId="{B9E00771-F631-4C4D-4FF8-B7403552D8B7}"/>
          </ac:spMkLst>
        </pc:spChg>
        <pc:spChg chg="del mod">
          <ac:chgData name="shweta prasad" userId="83456a4fb52efa7e" providerId="LiveId" clId="{4EA0A4BE-CB68-4CD2-9EAC-940A46E1675C}" dt="2024-03-26T20:04:19.653" v="1105" actId="21"/>
          <ac:spMkLst>
            <pc:docMk/>
            <pc:sldMk cId="2708006794" sldId="261"/>
            <ac:spMk id="3" creationId="{F4645C01-3E1E-73EB-37D8-E02A9E120296}"/>
          </ac:spMkLst>
        </pc:spChg>
        <pc:spChg chg="add del mod">
          <ac:chgData name="shweta prasad" userId="83456a4fb52efa7e" providerId="LiveId" clId="{4EA0A4BE-CB68-4CD2-9EAC-940A46E1675C}" dt="2024-03-26T20:04:26.158" v="1107" actId="21"/>
          <ac:spMkLst>
            <pc:docMk/>
            <pc:sldMk cId="2708006794" sldId="261"/>
            <ac:spMk id="5" creationId="{F4645C01-3E1E-73EB-37D8-E02A9E120296}"/>
          </ac:spMkLst>
        </pc:spChg>
        <pc:picChg chg="add mod">
          <ac:chgData name="shweta prasad" userId="83456a4fb52efa7e" providerId="LiveId" clId="{4EA0A4BE-CB68-4CD2-9EAC-940A46E1675C}" dt="2024-03-26T20:02:45.985" v="1090" actId="14100"/>
          <ac:picMkLst>
            <pc:docMk/>
            <pc:sldMk cId="2708006794" sldId="261"/>
            <ac:picMk id="4" creationId="{C36F5E7F-C990-0C9B-6922-D07A61628A87}"/>
          </ac:picMkLst>
        </pc:picChg>
        <pc:picChg chg="add mod">
          <ac:chgData name="shweta prasad" userId="83456a4fb52efa7e" providerId="LiveId" clId="{4EA0A4BE-CB68-4CD2-9EAC-940A46E1675C}" dt="2024-03-27T00:59:51.097" v="1323" actId="1076"/>
          <ac:picMkLst>
            <pc:docMk/>
            <pc:sldMk cId="2708006794" sldId="261"/>
            <ac:picMk id="6" creationId="{2CDC155A-8CD6-0BE2-9519-824B0FDB6231}"/>
          </ac:picMkLst>
        </pc:picChg>
      </pc:sldChg>
      <pc:sldChg chg="addSp delSp modSp new mod">
        <pc:chgData name="shweta prasad" userId="83456a4fb52efa7e" providerId="LiveId" clId="{4EA0A4BE-CB68-4CD2-9EAC-940A46E1675C}" dt="2024-03-27T01:07:04.327" v="1444" actId="20577"/>
        <pc:sldMkLst>
          <pc:docMk/>
          <pc:sldMk cId="2978231764" sldId="262"/>
        </pc:sldMkLst>
        <pc:spChg chg="mod">
          <ac:chgData name="shweta prasad" userId="83456a4fb52efa7e" providerId="LiveId" clId="{4EA0A4BE-CB68-4CD2-9EAC-940A46E1675C}" dt="2024-03-26T20:17:57.374" v="1183" actId="14100"/>
          <ac:spMkLst>
            <pc:docMk/>
            <pc:sldMk cId="2978231764" sldId="262"/>
            <ac:spMk id="2" creationId="{6B9C7354-F7EC-8783-3DBD-5221075270EC}"/>
          </ac:spMkLst>
        </pc:spChg>
        <pc:spChg chg="add mod">
          <ac:chgData name="shweta prasad" userId="83456a4fb52efa7e" providerId="LiveId" clId="{4EA0A4BE-CB68-4CD2-9EAC-940A46E1675C}" dt="2024-03-27T01:07:04.327" v="1444" actId="20577"/>
          <ac:spMkLst>
            <pc:docMk/>
            <pc:sldMk cId="2978231764" sldId="262"/>
            <ac:spMk id="3" creationId="{19E6191C-5221-F809-E5D0-648C5D22A923}"/>
          </ac:spMkLst>
        </pc:spChg>
        <pc:spChg chg="del mod">
          <ac:chgData name="shweta prasad" userId="83456a4fb52efa7e" providerId="LiveId" clId="{4EA0A4BE-CB68-4CD2-9EAC-940A46E1675C}" dt="2024-03-26T20:12:58.704" v="1136" actId="21"/>
          <ac:spMkLst>
            <pc:docMk/>
            <pc:sldMk cId="2978231764" sldId="262"/>
            <ac:spMk id="3" creationId="{2355E34C-27CD-084B-3EB5-11A829ED5A52}"/>
          </ac:spMkLst>
        </pc:spChg>
        <pc:picChg chg="add mod">
          <ac:chgData name="shweta prasad" userId="83456a4fb52efa7e" providerId="LiveId" clId="{4EA0A4BE-CB68-4CD2-9EAC-940A46E1675C}" dt="2024-03-26T20:13:13.546" v="1140" actId="14100"/>
          <ac:picMkLst>
            <pc:docMk/>
            <pc:sldMk cId="2978231764" sldId="262"/>
            <ac:picMk id="4" creationId="{35758509-CD96-72B8-4AF3-3A61DE5F7054}"/>
          </ac:picMkLst>
        </pc:picChg>
        <pc:picChg chg="add mod">
          <ac:chgData name="shweta prasad" userId="83456a4fb52efa7e" providerId="LiveId" clId="{4EA0A4BE-CB68-4CD2-9EAC-940A46E1675C}" dt="2024-03-27T01:02:59.955" v="1361" actId="1076"/>
          <ac:picMkLst>
            <pc:docMk/>
            <pc:sldMk cId="2978231764" sldId="262"/>
            <ac:picMk id="5" creationId="{FE4CAA89-715B-50F0-E341-429F082F5B93}"/>
          </ac:picMkLst>
        </pc:picChg>
      </pc:sldChg>
      <pc:sldChg chg="addSp delSp modSp new mod">
        <pc:chgData name="shweta prasad" userId="83456a4fb52efa7e" providerId="LiveId" clId="{4EA0A4BE-CB68-4CD2-9EAC-940A46E1675C}" dt="2024-03-26T14:17:37.367" v="344" actId="14100"/>
        <pc:sldMkLst>
          <pc:docMk/>
          <pc:sldMk cId="815003713" sldId="263"/>
        </pc:sldMkLst>
        <pc:spChg chg="del mod">
          <ac:chgData name="shweta prasad" userId="83456a4fb52efa7e" providerId="LiveId" clId="{4EA0A4BE-CB68-4CD2-9EAC-940A46E1675C}" dt="2024-03-26T14:17:15.100" v="339" actId="21"/>
          <ac:spMkLst>
            <pc:docMk/>
            <pc:sldMk cId="815003713" sldId="263"/>
            <ac:spMk id="2" creationId="{209DA15D-325C-B236-DE8F-CA9CC84F66A7}"/>
          </ac:spMkLst>
        </pc:spChg>
        <pc:spChg chg="del mod">
          <ac:chgData name="shweta prasad" userId="83456a4fb52efa7e" providerId="LiveId" clId="{4EA0A4BE-CB68-4CD2-9EAC-940A46E1675C}" dt="2024-03-26T14:17:30.237" v="341" actId="931"/>
          <ac:spMkLst>
            <pc:docMk/>
            <pc:sldMk cId="815003713" sldId="263"/>
            <ac:spMk id="3" creationId="{FC5B1AF4-C670-AF84-ED68-554B4A0156A8}"/>
          </ac:spMkLst>
        </pc:spChg>
        <pc:picChg chg="add mod">
          <ac:chgData name="shweta prasad" userId="83456a4fb52efa7e" providerId="LiveId" clId="{4EA0A4BE-CB68-4CD2-9EAC-940A46E1675C}" dt="2024-03-26T14:17:37.367" v="344" actId="14100"/>
          <ac:picMkLst>
            <pc:docMk/>
            <pc:sldMk cId="815003713" sldId="263"/>
            <ac:picMk id="5" creationId="{E2437303-9C6F-3683-70B5-F3E3F1DD40AF}"/>
          </ac:picMkLst>
        </pc:picChg>
      </pc:sldChg>
      <pc:sldChg chg="addSp delSp modSp new mod">
        <pc:chgData name="shweta prasad" userId="83456a4fb52efa7e" providerId="LiveId" clId="{4EA0A4BE-CB68-4CD2-9EAC-940A46E1675C}" dt="2024-03-27T01:18:39.120" v="1469" actId="20577"/>
        <pc:sldMkLst>
          <pc:docMk/>
          <pc:sldMk cId="1136943177" sldId="264"/>
        </pc:sldMkLst>
        <pc:spChg chg="mod">
          <ac:chgData name="shweta prasad" userId="83456a4fb52efa7e" providerId="LiveId" clId="{4EA0A4BE-CB68-4CD2-9EAC-940A46E1675C}" dt="2024-03-26T20:17:21.950" v="1177" actId="14100"/>
          <ac:spMkLst>
            <pc:docMk/>
            <pc:sldMk cId="1136943177" sldId="264"/>
            <ac:spMk id="2" creationId="{DF4C3D64-14FA-B85C-BA7E-3C8C9DDADC51}"/>
          </ac:spMkLst>
        </pc:spChg>
        <pc:spChg chg="add mod">
          <ac:chgData name="shweta prasad" userId="83456a4fb52efa7e" providerId="LiveId" clId="{4EA0A4BE-CB68-4CD2-9EAC-940A46E1675C}" dt="2024-03-27T01:18:39.120" v="1469" actId="20577"/>
          <ac:spMkLst>
            <pc:docMk/>
            <pc:sldMk cId="1136943177" sldId="264"/>
            <ac:spMk id="3" creationId="{92B3B7C4-93AC-6A86-BDFA-3C4C28285431}"/>
          </ac:spMkLst>
        </pc:spChg>
        <pc:spChg chg="del mod">
          <ac:chgData name="shweta prasad" userId="83456a4fb52efa7e" providerId="LiveId" clId="{4EA0A4BE-CB68-4CD2-9EAC-940A46E1675C}" dt="2024-03-26T20:16:50.566" v="1172" actId="21"/>
          <ac:spMkLst>
            <pc:docMk/>
            <pc:sldMk cId="1136943177" sldId="264"/>
            <ac:spMk id="3" creationId="{ED4CBA1C-7977-CAC2-A9BE-1AFD1CF971D7}"/>
          </ac:spMkLst>
        </pc:spChg>
        <pc:picChg chg="add mod">
          <ac:chgData name="shweta prasad" userId="83456a4fb52efa7e" providerId="LiveId" clId="{4EA0A4BE-CB68-4CD2-9EAC-940A46E1675C}" dt="2024-03-26T20:17:15.449" v="1175" actId="1076"/>
          <ac:picMkLst>
            <pc:docMk/>
            <pc:sldMk cId="1136943177" sldId="264"/>
            <ac:picMk id="4" creationId="{AF586CD5-E453-9557-9F01-98A7BA69680C}"/>
          </ac:picMkLst>
        </pc:picChg>
        <pc:picChg chg="add mod">
          <ac:chgData name="shweta prasad" userId="83456a4fb52efa7e" providerId="LiveId" clId="{4EA0A4BE-CB68-4CD2-9EAC-940A46E1675C}" dt="2024-03-26T20:17:41.955" v="1182" actId="1076"/>
          <ac:picMkLst>
            <pc:docMk/>
            <pc:sldMk cId="1136943177" sldId="264"/>
            <ac:picMk id="5" creationId="{01B2BB6D-AA52-2240-7AA4-76CDB846CF42}"/>
          </ac:picMkLst>
        </pc:picChg>
      </pc:sldChg>
      <pc:sldChg chg="addSp delSp modSp new mod">
        <pc:chgData name="shweta prasad" userId="83456a4fb52efa7e" providerId="LiveId" clId="{4EA0A4BE-CB68-4CD2-9EAC-940A46E1675C}" dt="2024-03-27T01:19:59.046" v="1480" actId="20577"/>
        <pc:sldMkLst>
          <pc:docMk/>
          <pc:sldMk cId="1007365670" sldId="265"/>
        </pc:sldMkLst>
        <pc:spChg chg="mod">
          <ac:chgData name="shweta prasad" userId="83456a4fb52efa7e" providerId="LiveId" clId="{4EA0A4BE-CB68-4CD2-9EAC-940A46E1675C}" dt="2024-03-26T20:19:40.906" v="1199" actId="14100"/>
          <ac:spMkLst>
            <pc:docMk/>
            <pc:sldMk cId="1007365670" sldId="265"/>
            <ac:spMk id="2" creationId="{2C76EE8E-E98C-A8B7-DD40-032B487FC9B2}"/>
          </ac:spMkLst>
        </pc:spChg>
        <pc:spChg chg="del">
          <ac:chgData name="shweta prasad" userId="83456a4fb52efa7e" providerId="LiveId" clId="{4EA0A4BE-CB68-4CD2-9EAC-940A46E1675C}" dt="2024-03-26T20:19:55.308" v="1202" actId="21"/>
          <ac:spMkLst>
            <pc:docMk/>
            <pc:sldMk cId="1007365670" sldId="265"/>
            <ac:spMk id="3" creationId="{34E69884-02D1-4526-7123-5DA2DA3E3845}"/>
          </ac:spMkLst>
        </pc:spChg>
        <pc:spChg chg="add mod">
          <ac:chgData name="shweta prasad" userId="83456a4fb52efa7e" providerId="LiveId" clId="{4EA0A4BE-CB68-4CD2-9EAC-940A46E1675C}" dt="2024-03-27T01:19:59.046" v="1480" actId="20577"/>
          <ac:spMkLst>
            <pc:docMk/>
            <pc:sldMk cId="1007365670" sldId="265"/>
            <ac:spMk id="3" creationId="{81935EBB-9EDC-A88A-77D0-3356644A04ED}"/>
          </ac:spMkLst>
        </pc:spChg>
        <pc:picChg chg="add mod">
          <ac:chgData name="shweta prasad" userId="83456a4fb52efa7e" providerId="LiveId" clId="{4EA0A4BE-CB68-4CD2-9EAC-940A46E1675C}" dt="2024-03-26T20:19:50.832" v="1201" actId="1076"/>
          <ac:picMkLst>
            <pc:docMk/>
            <pc:sldMk cId="1007365670" sldId="265"/>
            <ac:picMk id="4" creationId="{A3088A72-3D27-F763-04D5-7C85D5D4DC9F}"/>
          </ac:picMkLst>
        </pc:picChg>
        <pc:picChg chg="add mod">
          <ac:chgData name="shweta prasad" userId="83456a4fb52efa7e" providerId="LiveId" clId="{4EA0A4BE-CB68-4CD2-9EAC-940A46E1675C}" dt="2024-03-26T20:20:37.367" v="1214" actId="1076"/>
          <ac:picMkLst>
            <pc:docMk/>
            <pc:sldMk cId="1007365670" sldId="265"/>
            <ac:picMk id="6" creationId="{9BED7EB5-0BE9-427F-88A3-C963AB55F92B}"/>
          </ac:picMkLst>
        </pc:picChg>
      </pc:sldChg>
      <pc:sldChg chg="addSp delSp modSp new mod">
        <pc:chgData name="shweta prasad" userId="83456a4fb52efa7e" providerId="LiveId" clId="{4EA0A4BE-CB68-4CD2-9EAC-940A46E1675C}" dt="2024-03-27T01:21:47.878" v="1505" actId="1076"/>
        <pc:sldMkLst>
          <pc:docMk/>
          <pc:sldMk cId="2845139118" sldId="266"/>
        </pc:sldMkLst>
        <pc:spChg chg="mod">
          <ac:chgData name="shweta prasad" userId="83456a4fb52efa7e" providerId="LiveId" clId="{4EA0A4BE-CB68-4CD2-9EAC-940A46E1675C}" dt="2024-03-26T20:23:00.398" v="1229" actId="14100"/>
          <ac:spMkLst>
            <pc:docMk/>
            <pc:sldMk cId="2845139118" sldId="266"/>
            <ac:spMk id="2" creationId="{BB2ABA41-6212-2766-C9C3-5F364220394F}"/>
          </ac:spMkLst>
        </pc:spChg>
        <pc:spChg chg="add mod">
          <ac:chgData name="shweta prasad" userId="83456a4fb52efa7e" providerId="LiveId" clId="{4EA0A4BE-CB68-4CD2-9EAC-940A46E1675C}" dt="2024-03-27T01:21:47.878" v="1505" actId="1076"/>
          <ac:spMkLst>
            <pc:docMk/>
            <pc:sldMk cId="2845139118" sldId="266"/>
            <ac:spMk id="3" creationId="{1E3C2E9C-D255-7890-DE41-995168FCD94D}"/>
          </ac:spMkLst>
        </pc:spChg>
        <pc:spChg chg="del">
          <ac:chgData name="shweta prasad" userId="83456a4fb52efa7e" providerId="LiveId" clId="{4EA0A4BE-CB68-4CD2-9EAC-940A46E1675C}" dt="2024-03-26T20:23:16.553" v="1232" actId="21"/>
          <ac:spMkLst>
            <pc:docMk/>
            <pc:sldMk cId="2845139118" sldId="266"/>
            <ac:spMk id="3" creationId="{4D5C2C1F-FB03-EF66-98DA-C1DC6BA9A04E}"/>
          </ac:spMkLst>
        </pc:spChg>
        <pc:picChg chg="add mod">
          <ac:chgData name="shweta prasad" userId="83456a4fb52efa7e" providerId="LiveId" clId="{4EA0A4BE-CB68-4CD2-9EAC-940A46E1675C}" dt="2024-03-26T20:23:10.087" v="1231" actId="1076"/>
          <ac:picMkLst>
            <pc:docMk/>
            <pc:sldMk cId="2845139118" sldId="266"/>
            <ac:picMk id="4" creationId="{B7B73B7E-FBEE-2EC0-C876-DC9C15B87344}"/>
          </ac:picMkLst>
        </pc:picChg>
        <pc:picChg chg="add mod">
          <ac:chgData name="shweta prasad" userId="83456a4fb52efa7e" providerId="LiveId" clId="{4EA0A4BE-CB68-4CD2-9EAC-940A46E1675C}" dt="2024-03-26T20:23:37.810" v="1238" actId="14100"/>
          <ac:picMkLst>
            <pc:docMk/>
            <pc:sldMk cId="2845139118" sldId="266"/>
            <ac:picMk id="5" creationId="{7F392D72-B7D9-6D53-CC7E-3198C3BD850B}"/>
          </ac:picMkLst>
        </pc:picChg>
      </pc:sldChg>
      <pc:sldChg chg="addSp delSp modSp new mod">
        <pc:chgData name="shweta prasad" userId="83456a4fb52efa7e" providerId="LiveId" clId="{4EA0A4BE-CB68-4CD2-9EAC-940A46E1675C}" dt="2024-03-26T20:39:23.741" v="1300" actId="2711"/>
        <pc:sldMkLst>
          <pc:docMk/>
          <pc:sldMk cId="1234569578" sldId="267"/>
        </pc:sldMkLst>
        <pc:spChg chg="mod">
          <ac:chgData name="shweta prasad" userId="83456a4fb52efa7e" providerId="LiveId" clId="{4EA0A4BE-CB68-4CD2-9EAC-940A46E1675C}" dt="2024-03-26T20:25:14.831" v="1249" actId="14100"/>
          <ac:spMkLst>
            <pc:docMk/>
            <pc:sldMk cId="1234569578" sldId="267"/>
            <ac:spMk id="2" creationId="{753160A8-B01B-8964-D326-E79BA83F3652}"/>
          </ac:spMkLst>
        </pc:spChg>
        <pc:spChg chg="mod">
          <ac:chgData name="shweta prasad" userId="83456a4fb52efa7e" providerId="LiveId" clId="{4EA0A4BE-CB68-4CD2-9EAC-940A46E1675C}" dt="2024-03-26T20:39:23.741" v="1300" actId="2711"/>
          <ac:spMkLst>
            <pc:docMk/>
            <pc:sldMk cId="1234569578" sldId="267"/>
            <ac:spMk id="3" creationId="{C4686B28-146E-6739-CAD8-CDB2E893B322}"/>
          </ac:spMkLst>
        </pc:spChg>
        <pc:spChg chg="add del mod">
          <ac:chgData name="shweta prasad" userId="83456a4fb52efa7e" providerId="LiveId" clId="{4EA0A4BE-CB68-4CD2-9EAC-940A46E1675C}" dt="2024-03-26T20:38:26.863" v="1288" actId="21"/>
          <ac:spMkLst>
            <pc:docMk/>
            <pc:sldMk cId="1234569578" sldId="267"/>
            <ac:spMk id="5" creationId="{613B4257-4361-A89C-73E6-3986A0459531}"/>
          </ac:spMkLst>
        </pc:spChg>
        <pc:spChg chg="add">
          <ac:chgData name="shweta prasad" userId="83456a4fb52efa7e" providerId="LiveId" clId="{4EA0A4BE-CB68-4CD2-9EAC-940A46E1675C}" dt="2024-03-26T20:35:49.188" v="1265"/>
          <ac:spMkLst>
            <pc:docMk/>
            <pc:sldMk cId="1234569578" sldId="267"/>
            <ac:spMk id="6" creationId="{8110859D-18B8-BCB6-8125-3202518EC45E}"/>
          </ac:spMkLst>
        </pc:spChg>
        <pc:picChg chg="add mod">
          <ac:chgData name="shweta prasad" userId="83456a4fb52efa7e" providerId="LiveId" clId="{4EA0A4BE-CB68-4CD2-9EAC-940A46E1675C}" dt="2024-03-26T20:25:29.292" v="1253" actId="14100"/>
          <ac:picMkLst>
            <pc:docMk/>
            <pc:sldMk cId="1234569578" sldId="267"/>
            <ac:picMk id="4" creationId="{3CF823CC-2A4F-B877-8D64-B06FBFE0C1CD}"/>
          </ac:picMkLst>
        </pc:picChg>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a:xfrm>
            <a:off x="2692397" y="5037663"/>
            <a:ext cx="5214635" cy="279400"/>
          </a:xfrm>
        </p:spPr>
        <p:txBody>
          <a:bodyPr/>
          <a:lstStyle/>
          <a:p>
            <a:endParaRPr lang="en-IN"/>
          </a:p>
        </p:txBody>
      </p:sp>
      <p:sp>
        <p:nvSpPr>
          <p:cNvPr id="6" name="Slide Number Placeholder 5"/>
          <p:cNvSpPr>
            <a:spLocks noGrp="1"/>
          </p:cNvSpPr>
          <p:nvPr>
            <p:ph type="sldNum" sz="quarter" idx="12"/>
          </p:nvPr>
        </p:nvSpPr>
        <p:spPr>
          <a:xfrm>
            <a:off x="8956900" y="5037663"/>
            <a:ext cx="551167" cy="279400"/>
          </a:xfrm>
        </p:spPr>
        <p:txBody>
          <a:bodyPr/>
          <a:lstStyle/>
          <a:p>
            <a:fld id="{1B33E02B-294C-467B-80C4-6ECAF09C725B}" type="slidenum">
              <a:rPr lang="en-IN" smtClean="0"/>
              <a:t>‹#›</a:t>
            </a:fld>
            <a:endParaRPr lang="en-I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3293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spTree>
    <p:extLst>
      <p:ext uri="{BB962C8B-B14F-4D97-AF65-F5344CB8AC3E}">
        <p14:creationId xmlns:p14="http://schemas.microsoft.com/office/powerpoint/2010/main" val="1997219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3461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0015ED-4234-47C6-8248-3F549E1B9586}" type="datetimeFigureOut">
              <a:rPr lang="en-IN" smtClean="0"/>
              <a:t>27-03-2024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33E02B-294C-467B-80C4-6ECAF09C725B}" type="slidenum">
              <a:rPr lang="en-IN" smtClean="0"/>
              <a:t>‹#›</a:t>
            </a:fld>
            <a:endParaRPr lang="en-IN"/>
          </a:p>
        </p:txBody>
      </p:sp>
    </p:spTree>
    <p:extLst>
      <p:ext uri="{BB962C8B-B14F-4D97-AF65-F5344CB8AC3E}">
        <p14:creationId xmlns:p14="http://schemas.microsoft.com/office/powerpoint/2010/main" val="1241693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0015ED-4234-47C6-8248-3F549E1B9586}" type="datetimeFigureOut">
              <a:rPr lang="en-IN" smtClean="0"/>
              <a:t>27-03-2024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33E02B-294C-467B-80C4-6ECAF09C725B}" type="slidenum">
              <a:rPr lang="en-IN" smtClean="0"/>
              <a:t>‹#›</a:t>
            </a:fld>
            <a:endParaRPr lang="en-I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4656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0015ED-4234-47C6-8248-3F549E1B9586}" type="datetimeFigureOut">
              <a:rPr lang="en-IN" smtClean="0"/>
              <a:t>27-03-2024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33E02B-294C-467B-80C4-6ECAF09C725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66459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0015ED-4234-47C6-8248-3F549E1B9586}" type="datetimeFigureOut">
              <a:rPr lang="en-IN" smtClean="0"/>
              <a:t>27-03-2024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33E02B-294C-467B-80C4-6ECAF09C725B}" type="slidenum">
              <a:rPr lang="en-IN" smtClean="0"/>
              <a:t>‹#›</a:t>
            </a:fld>
            <a:endParaRPr lang="en-IN"/>
          </a:p>
        </p:txBody>
      </p:sp>
    </p:spTree>
    <p:extLst>
      <p:ext uri="{BB962C8B-B14F-4D97-AF65-F5344CB8AC3E}">
        <p14:creationId xmlns:p14="http://schemas.microsoft.com/office/powerpoint/2010/main" val="326964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0015ED-4234-47C6-8248-3F549E1B9586}" type="datetimeFigureOut">
              <a:rPr lang="en-IN" smtClean="0"/>
              <a:t>27-03-2024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33E02B-294C-467B-80C4-6ECAF09C725B}" type="slidenum">
              <a:rPr lang="en-IN" smtClean="0"/>
              <a:t>‹#›</a:t>
            </a:fld>
            <a:endParaRPr lang="en-I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30305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0015ED-4234-47C6-8248-3F549E1B9586}" type="datetimeFigureOut">
              <a:rPr lang="en-IN" smtClean="0"/>
              <a:t>27-03-2024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33E02B-294C-467B-80C4-6ECAF09C725B}" type="slidenum">
              <a:rPr lang="en-IN" smtClean="0"/>
              <a:t>‹#›</a:t>
            </a:fld>
            <a:endParaRPr lang="en-IN"/>
          </a:p>
        </p:txBody>
      </p:sp>
    </p:spTree>
    <p:extLst>
      <p:ext uri="{BB962C8B-B14F-4D97-AF65-F5344CB8AC3E}">
        <p14:creationId xmlns:p14="http://schemas.microsoft.com/office/powerpoint/2010/main" val="1743689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0015ED-4234-47C6-8248-3F549E1B9586}" type="datetimeFigureOut">
              <a:rPr lang="en-IN" smtClean="0"/>
              <a:t>27-03-2024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33E02B-294C-467B-80C4-6ECAF09C725B}" type="slidenum">
              <a:rPr lang="en-IN" smtClean="0"/>
              <a:t>‹#›</a:t>
            </a:fld>
            <a:endParaRPr lang="en-IN"/>
          </a:p>
        </p:txBody>
      </p:sp>
    </p:spTree>
    <p:extLst>
      <p:ext uri="{BB962C8B-B14F-4D97-AF65-F5344CB8AC3E}">
        <p14:creationId xmlns:p14="http://schemas.microsoft.com/office/powerpoint/2010/main" val="6968544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5886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810926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spTree>
    <p:extLst>
      <p:ext uri="{BB962C8B-B14F-4D97-AF65-F5344CB8AC3E}">
        <p14:creationId xmlns:p14="http://schemas.microsoft.com/office/powerpoint/2010/main" val="5009373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6276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345535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3165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0015ED-4234-47C6-8248-3F549E1B9586}" type="datetimeFigureOut">
              <a:rPr lang="en-IN" smtClean="0"/>
              <a:t>27-03-2024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33E02B-294C-467B-80C4-6ECAF09C725B}" type="slidenum">
              <a:rPr lang="en-IN" smtClean="0"/>
              <a:t>‹#›</a:t>
            </a:fld>
            <a:endParaRPr lang="en-I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06890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80015ED-4234-47C6-8248-3F549E1B9586}" type="datetimeFigureOut">
              <a:rPr lang="en-IN" smtClean="0"/>
              <a:t>27-03-2024</a:t>
            </a:fld>
            <a:endParaRPr lang="en-I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B33E02B-294C-467B-80C4-6ECAF09C725B}" type="slidenum">
              <a:rPr lang="en-IN" smtClean="0"/>
              <a:t>‹#›</a:t>
            </a:fld>
            <a:endParaRPr lang="en-IN"/>
          </a:p>
        </p:txBody>
      </p:sp>
    </p:spTree>
    <p:extLst>
      <p:ext uri="{BB962C8B-B14F-4D97-AF65-F5344CB8AC3E}">
        <p14:creationId xmlns:p14="http://schemas.microsoft.com/office/powerpoint/2010/main" val="131748385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116F806-C8FD-A2B5-DE26-E5F26E6EFCBD}"/>
              </a:ext>
            </a:extLst>
          </p:cNvPr>
          <p:cNvSpPr>
            <a:spLocks noGrp="1"/>
          </p:cNvSpPr>
          <p:nvPr>
            <p:ph type="subTitle" idx="1"/>
          </p:nvPr>
        </p:nvSpPr>
        <p:spPr>
          <a:xfrm>
            <a:off x="7884382" y="5662469"/>
            <a:ext cx="4031226" cy="727587"/>
          </a:xfrm>
        </p:spPr>
        <p:txBody>
          <a:bodyPr>
            <a:normAutofit/>
          </a:bodyPr>
          <a:lstStyle/>
          <a:p>
            <a:r>
              <a:rPr lang="en-IN" sz="2400" dirty="0">
                <a:latin typeface="Arial Black" panose="020B0A04020102020204" pitchFamily="34" charset="0"/>
              </a:rPr>
              <a:t>Shweta Prasad</a:t>
            </a:r>
          </a:p>
        </p:txBody>
      </p:sp>
      <p:pic>
        <p:nvPicPr>
          <p:cNvPr id="4" name="Picture 2" descr="Indian Premier League - Wikipedia">
            <a:extLst>
              <a:ext uri="{FF2B5EF4-FFF2-40B4-BE49-F238E27FC236}">
                <a16:creationId xmlns:a16="http://schemas.microsoft.com/office/drawing/2014/main" id="{68DF9A66-4ED6-BE94-66C3-6C13FF671A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184" y="668593"/>
            <a:ext cx="8660449" cy="442344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0E796965-A5E2-81B8-32CF-D3D0082AB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55633" y="33328"/>
            <a:ext cx="1810057" cy="869232"/>
          </a:xfrm>
          <a:prstGeom prst="rect">
            <a:avLst/>
          </a:prstGeom>
        </p:spPr>
      </p:pic>
    </p:spTree>
    <p:extLst>
      <p:ext uri="{BB962C8B-B14F-4D97-AF65-F5344CB8AC3E}">
        <p14:creationId xmlns:p14="http://schemas.microsoft.com/office/powerpoint/2010/main" val="723724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C1AB1-AB04-9CBB-0F82-986CB6BDD38D}"/>
              </a:ext>
            </a:extLst>
          </p:cNvPr>
          <p:cNvSpPr>
            <a:spLocks noGrp="1"/>
          </p:cNvSpPr>
          <p:nvPr>
            <p:ph type="title"/>
          </p:nvPr>
        </p:nvSpPr>
        <p:spPr>
          <a:xfrm>
            <a:off x="1295402" y="1337186"/>
            <a:ext cx="4073011" cy="1297859"/>
          </a:xfrm>
        </p:spPr>
        <p:txBody>
          <a:bodyPr>
            <a:normAutofit/>
          </a:bodyPr>
          <a:lstStyle/>
          <a:p>
            <a:r>
              <a:rPr lang="en-IN" b="1" dirty="0"/>
              <a:t>Introduction</a:t>
            </a:r>
          </a:p>
        </p:txBody>
      </p:sp>
      <p:pic>
        <p:nvPicPr>
          <p:cNvPr id="5" name="Content Placeholder 4">
            <a:extLst>
              <a:ext uri="{FF2B5EF4-FFF2-40B4-BE49-F238E27FC236}">
                <a16:creationId xmlns:a16="http://schemas.microsoft.com/office/drawing/2014/main" id="{FD463C4A-1ED1-B3AC-59AC-AB86375530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22977" y="628102"/>
            <a:ext cx="2085360" cy="1033550"/>
          </a:xfrm>
        </p:spPr>
      </p:pic>
      <p:sp>
        <p:nvSpPr>
          <p:cNvPr id="8" name="TextBox 7">
            <a:extLst>
              <a:ext uri="{FF2B5EF4-FFF2-40B4-BE49-F238E27FC236}">
                <a16:creationId xmlns:a16="http://schemas.microsoft.com/office/drawing/2014/main" id="{EECAA703-A4C4-3757-A88E-049E37A06684}"/>
              </a:ext>
            </a:extLst>
          </p:cNvPr>
          <p:cNvSpPr txBox="1"/>
          <p:nvPr/>
        </p:nvSpPr>
        <p:spPr>
          <a:xfrm>
            <a:off x="835742" y="2526889"/>
            <a:ext cx="10192364" cy="3453510"/>
          </a:xfrm>
          <a:prstGeom prst="rect">
            <a:avLst/>
          </a:prstGeom>
          <a:noFill/>
        </p:spPr>
        <p:txBody>
          <a:bodyPr wrap="square" rtlCol="0">
            <a:spAutoFit/>
          </a:bodyPr>
          <a:lstStyle/>
          <a:p>
            <a:pPr>
              <a:lnSpc>
                <a:spcPct val="107000"/>
              </a:lnSpc>
              <a:spcAft>
                <a:spcPts val="800"/>
              </a:spcAft>
            </a:pPr>
            <a:r>
              <a:rPr lang="en-IN" sz="1400" kern="100" dirty="0">
                <a:effectLst/>
                <a:latin typeface="Bahnschrift" panose="020B0502040204020203" pitchFamily="34" charset="0"/>
                <a:ea typeface="Calibri" panose="020F0502020204030204" pitchFamily="34" charset="0"/>
                <a:cs typeface="Times New Roman" panose="02020603050405020304" pitchFamily="18" charset="0"/>
              </a:rPr>
              <a:t>The Indian Premier League (IPL) is a professional Twenty20 cricket league in India that has gained immense popularity since its inception in 2008. Founded by the Board of Control for Cricket in India (BCCI), the IPL has become one of the most-watched and highly anticipated sporting events in the country. The league typically takes place during March, April, and May of every year, featuring twelve teams representing different cities in India.</a:t>
            </a:r>
          </a:p>
          <a:p>
            <a:pPr>
              <a:lnSpc>
                <a:spcPct val="107000"/>
              </a:lnSpc>
              <a:spcAft>
                <a:spcPts val="800"/>
              </a:spcAft>
            </a:pPr>
            <a:r>
              <a:rPr lang="en-IN" sz="1400" kern="100" dirty="0">
                <a:effectLst/>
                <a:latin typeface="Bahnschrift" panose="020B0502040204020203" pitchFamily="34" charset="0"/>
                <a:ea typeface="Calibri" panose="020F0502020204030204" pitchFamily="34" charset="0"/>
                <a:cs typeface="Times New Roman" panose="02020603050405020304" pitchFamily="18" charset="0"/>
              </a:rPr>
              <a:t>The IPL follows a round-robin format, where each team plays against every other team in the league. The top four teams in the points table qualify for the playoffs, which consist of two qualifiers, an eliminator, and a final match. The team that wins the final match is crowned the IPL champion.</a:t>
            </a:r>
          </a:p>
          <a:p>
            <a:pPr>
              <a:lnSpc>
                <a:spcPct val="107000"/>
              </a:lnSpc>
              <a:spcAft>
                <a:spcPts val="800"/>
              </a:spcAft>
            </a:pPr>
            <a:r>
              <a:rPr lang="en-IN" sz="1400" kern="100" dirty="0">
                <a:effectLst/>
                <a:latin typeface="Bahnschrift" panose="020B0502040204020203" pitchFamily="34" charset="0"/>
                <a:ea typeface="Calibri" panose="020F0502020204030204" pitchFamily="34" charset="0"/>
                <a:cs typeface="Times New Roman" panose="02020603050405020304" pitchFamily="18" charset="0"/>
              </a:rPr>
              <a:t>One of the unique features of the IPL is the player auction, where teams bid for players from around the world to build their squads. This has led to the participation of international cricket stars alongside Indian players, creating a diverse and competitive league.</a:t>
            </a:r>
          </a:p>
          <a:p>
            <a:pPr>
              <a:lnSpc>
                <a:spcPct val="107000"/>
              </a:lnSpc>
              <a:spcAft>
                <a:spcPts val="800"/>
              </a:spcAft>
            </a:pPr>
            <a:r>
              <a:rPr lang="en-IN" sz="1400" kern="100" dirty="0">
                <a:effectLst/>
                <a:latin typeface="Bahnschrift" panose="020B0502040204020203" pitchFamily="34" charset="0"/>
                <a:ea typeface="Calibri" panose="020F0502020204030204" pitchFamily="34" charset="0"/>
                <a:cs typeface="Times New Roman" panose="02020603050405020304" pitchFamily="18" charset="0"/>
              </a:rPr>
              <a:t>Over the years, the IPL has witnessed numerous thrilling matches, record-breaking performances, and the emergence of young talents. It has also significantly contributed to the growth and popularity of Twenty20 cricket worldwide.</a:t>
            </a:r>
          </a:p>
          <a:p>
            <a:endParaRPr lang="en-IN" sz="1200" dirty="0"/>
          </a:p>
        </p:txBody>
      </p:sp>
    </p:spTree>
    <p:extLst>
      <p:ext uri="{BB962C8B-B14F-4D97-AF65-F5344CB8AC3E}">
        <p14:creationId xmlns:p14="http://schemas.microsoft.com/office/powerpoint/2010/main" val="390102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2AD5D-8B3B-1C0D-1FA3-18FE08107059}"/>
              </a:ext>
            </a:extLst>
          </p:cNvPr>
          <p:cNvSpPr>
            <a:spLocks noGrp="1"/>
          </p:cNvSpPr>
          <p:nvPr>
            <p:ph type="title"/>
          </p:nvPr>
        </p:nvSpPr>
        <p:spPr>
          <a:xfrm>
            <a:off x="1295402" y="1524000"/>
            <a:ext cx="6275437" cy="761999"/>
          </a:xfrm>
        </p:spPr>
        <p:txBody>
          <a:bodyPr>
            <a:noAutofit/>
          </a:bodyPr>
          <a:lstStyle/>
          <a:p>
            <a:r>
              <a:rPr lang="en-IN" b="1" dirty="0"/>
              <a:t>Data Visualisation Goals</a:t>
            </a:r>
          </a:p>
        </p:txBody>
      </p:sp>
      <p:sp>
        <p:nvSpPr>
          <p:cNvPr id="3" name="Content Placeholder 2">
            <a:extLst>
              <a:ext uri="{FF2B5EF4-FFF2-40B4-BE49-F238E27FC236}">
                <a16:creationId xmlns:a16="http://schemas.microsoft.com/office/drawing/2014/main" id="{AAA0AC31-7D46-B53C-F15E-9C79B10A7A2F}"/>
              </a:ext>
            </a:extLst>
          </p:cNvPr>
          <p:cNvSpPr>
            <a:spLocks noGrp="1"/>
          </p:cNvSpPr>
          <p:nvPr>
            <p:ph idx="1"/>
          </p:nvPr>
        </p:nvSpPr>
        <p:spPr>
          <a:xfrm>
            <a:off x="1111045" y="2418735"/>
            <a:ext cx="9785552" cy="3752170"/>
          </a:xfrm>
        </p:spPr>
        <p:txBody>
          <a:bodyPr/>
          <a:lstStyle/>
          <a:p>
            <a:pPr marL="342900" marR="0" lvl="0" indent="-342900">
              <a:lnSpc>
                <a:spcPct val="107000"/>
              </a:lnSpc>
              <a:spcBef>
                <a:spcPts val="0"/>
              </a:spcBef>
              <a:spcAft>
                <a:spcPts val="800"/>
              </a:spcAft>
              <a:buFont typeface="Symbol" panose="05050102010706020507" pitchFamily="18" charset="2"/>
              <a:buChar char=""/>
            </a:pPr>
            <a:r>
              <a:rPr lang="en-US" sz="1600" dirty="0">
                <a:effectLst/>
                <a:latin typeface="Bahnschrift" panose="020B0502040204020203" pitchFamily="34" charset="0"/>
                <a:ea typeface="Calibri" panose="020F0502020204030204" pitchFamily="34" charset="0"/>
                <a:cs typeface="Times New Roman" panose="02020603050405020304" pitchFamily="18" charset="0"/>
              </a:rPr>
              <a:t>Analyze the performance of each team, and player and provide insights about the best-performing team and best-performing player.</a:t>
            </a:r>
          </a:p>
          <a:p>
            <a:pPr marL="342900" marR="0" lvl="0" indent="-342900">
              <a:lnSpc>
                <a:spcPct val="107000"/>
              </a:lnSpc>
              <a:spcBef>
                <a:spcPts val="0"/>
              </a:spcBef>
              <a:spcAft>
                <a:spcPts val="800"/>
              </a:spcAft>
              <a:buFont typeface="Symbol" panose="05050102010706020507" pitchFamily="18" charset="2"/>
              <a:buChar char=""/>
            </a:pPr>
            <a:r>
              <a:rPr lang="en-US" sz="1600" dirty="0">
                <a:effectLst/>
                <a:latin typeface="Bahnschrift" panose="020B0502040204020203" pitchFamily="34" charset="0"/>
                <a:ea typeface="Calibri" panose="020F0502020204030204" pitchFamily="34" charset="0"/>
                <a:cs typeface="Times New Roman" panose="02020603050405020304" pitchFamily="18" charset="0"/>
              </a:rPr>
              <a:t>Create an interactive Dashboard that helps provide a summary of the performance of each cricket player and cricket team over the past years.</a:t>
            </a:r>
          </a:p>
          <a:p>
            <a:pPr marL="342900" marR="0" lvl="0" indent="-342900">
              <a:lnSpc>
                <a:spcPct val="107000"/>
              </a:lnSpc>
              <a:spcBef>
                <a:spcPts val="0"/>
              </a:spcBef>
              <a:spcAft>
                <a:spcPts val="800"/>
              </a:spcAft>
              <a:buFont typeface="Symbol" panose="05050102010706020507" pitchFamily="18" charset="2"/>
              <a:buChar char=""/>
            </a:pPr>
            <a:r>
              <a:rPr lang="en-US" sz="1600" dirty="0">
                <a:latin typeface="Bahnschrift" panose="020B0502040204020203" pitchFamily="34" charset="0"/>
                <a:ea typeface="Calibri" panose="020F0502020204030204" pitchFamily="34" charset="0"/>
                <a:cs typeface="Times New Roman" panose="02020603050405020304" pitchFamily="18" charset="0"/>
              </a:rPr>
              <a:t>Key Metrics to Consider –Metrices For Team Performance, Metrics For Player Performance, Season Wise Analysis, Venue-Wise Analysis, Player Comparison and Rankings, Match Results and Margins, Impact Of Toss Decision and Tournament Progression</a:t>
            </a:r>
          </a:p>
          <a:p>
            <a:pPr marL="342900" marR="0" lvl="0" indent="-342900">
              <a:lnSpc>
                <a:spcPct val="107000"/>
              </a:lnSpc>
              <a:spcBef>
                <a:spcPts val="0"/>
              </a:spcBef>
              <a:spcAft>
                <a:spcPts val="800"/>
              </a:spcAft>
              <a:buFont typeface="Symbol" panose="05050102010706020507" pitchFamily="18" charset="2"/>
              <a:buChar char=""/>
            </a:pPr>
            <a:endParaRPr lang="en-US" sz="1400" dirty="0">
              <a:effectLst/>
              <a:latin typeface="Bahnschrift" panose="020B0502040204020203"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dirty="0"/>
          </a:p>
        </p:txBody>
      </p:sp>
      <p:pic>
        <p:nvPicPr>
          <p:cNvPr id="4" name="Content Placeholder 4">
            <a:extLst>
              <a:ext uri="{FF2B5EF4-FFF2-40B4-BE49-F238E27FC236}">
                <a16:creationId xmlns:a16="http://schemas.microsoft.com/office/drawing/2014/main" id="{DCE0E11A-F2B8-01BF-0C66-BFB255C9CD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21300" y="687095"/>
            <a:ext cx="2085360" cy="1033550"/>
          </a:xfrm>
          <a:prstGeom prst="rect">
            <a:avLst/>
          </a:prstGeom>
        </p:spPr>
      </p:pic>
    </p:spTree>
    <p:extLst>
      <p:ext uri="{BB962C8B-B14F-4D97-AF65-F5344CB8AC3E}">
        <p14:creationId xmlns:p14="http://schemas.microsoft.com/office/powerpoint/2010/main" val="2704421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03AF4-8320-BE80-7235-D972E102ACED}"/>
              </a:ext>
            </a:extLst>
          </p:cNvPr>
          <p:cNvSpPr>
            <a:spLocks noGrp="1"/>
          </p:cNvSpPr>
          <p:nvPr>
            <p:ph type="title"/>
          </p:nvPr>
        </p:nvSpPr>
        <p:spPr>
          <a:xfrm>
            <a:off x="1295401" y="1543665"/>
            <a:ext cx="5321708" cy="958644"/>
          </a:xfrm>
        </p:spPr>
        <p:txBody>
          <a:bodyPr/>
          <a:lstStyle/>
          <a:p>
            <a:r>
              <a:rPr lang="en-IN" b="1" dirty="0"/>
              <a:t>Dataset Selected</a:t>
            </a:r>
          </a:p>
        </p:txBody>
      </p:sp>
      <p:sp>
        <p:nvSpPr>
          <p:cNvPr id="3" name="Content Placeholder 2">
            <a:extLst>
              <a:ext uri="{FF2B5EF4-FFF2-40B4-BE49-F238E27FC236}">
                <a16:creationId xmlns:a16="http://schemas.microsoft.com/office/drawing/2014/main" id="{1AAE13AB-902B-6DFB-71C7-3028F336009C}"/>
              </a:ext>
            </a:extLst>
          </p:cNvPr>
          <p:cNvSpPr>
            <a:spLocks noGrp="1"/>
          </p:cNvSpPr>
          <p:nvPr>
            <p:ph idx="1"/>
          </p:nvPr>
        </p:nvSpPr>
        <p:spPr>
          <a:xfrm>
            <a:off x="707923" y="2576051"/>
            <a:ext cx="10530348" cy="3594853"/>
          </a:xfrm>
        </p:spPr>
        <p:txBody>
          <a:bodyPr>
            <a:normAutofit/>
          </a:bodyPr>
          <a:lstStyle/>
          <a:p>
            <a:pPr algn="just">
              <a:spcBef>
                <a:spcPts val="0"/>
              </a:spcBef>
              <a:spcAft>
                <a:spcPts val="0"/>
              </a:spcAft>
            </a:pPr>
            <a:r>
              <a:rPr lang="en-US" sz="1600" dirty="0">
                <a:effectLst/>
                <a:latin typeface="Bahnschrift" panose="020B0502040204020203" pitchFamily="34" charset="0"/>
                <a:ea typeface="Calibri" panose="020F0502020204030204" pitchFamily="34" charset="0"/>
                <a:cs typeface="Times New Roman" panose="02020603050405020304" pitchFamily="18" charset="0"/>
              </a:rPr>
              <a:t>IPL Matches 2008-2020.csv – This dataset provides detailed information regarding the cricket match, place where the match was conducted, the match schedule of different teams, information about the winning team per match, and other important details that will help us understand the statistics of each team.</a:t>
            </a:r>
          </a:p>
          <a:p>
            <a:pPr marL="171450" indent="0" algn="just">
              <a:spcBef>
                <a:spcPts val="0"/>
              </a:spcBef>
              <a:spcAft>
                <a:spcPts val="0"/>
              </a:spcAft>
              <a:buNone/>
            </a:pPr>
            <a:endParaRPr lang="en-US" sz="1600" dirty="0">
              <a:latin typeface="Bahnschrift" panose="020B0502040204020203" pitchFamily="34" charset="0"/>
              <a:ea typeface="Calibri" panose="020F0502020204030204" pitchFamily="34" charset="0"/>
              <a:cs typeface="Times New Roman" panose="02020603050405020304" pitchFamily="18" charset="0"/>
            </a:endParaRPr>
          </a:p>
          <a:p>
            <a:pPr marL="457200" algn="just">
              <a:spcBef>
                <a:spcPts val="0"/>
              </a:spcBef>
              <a:spcAft>
                <a:spcPts val="0"/>
              </a:spcAft>
            </a:pPr>
            <a:r>
              <a:rPr lang="en-US" sz="1600" dirty="0">
                <a:effectLst/>
                <a:latin typeface="Bahnschrift" panose="020B0502040204020203" pitchFamily="34" charset="0"/>
                <a:ea typeface="Calibri" panose="020F0502020204030204" pitchFamily="34" charset="0"/>
                <a:cs typeface="Times New Roman" panose="02020603050405020304" pitchFamily="18" charset="0"/>
              </a:rPr>
              <a:t>IPL Ball-by-Ball 2008-2020.csv – This dataset provides match-level details such as runs scored in each match, best player of the match, best bowler of the match, and other important details that will help us understand the statistics of each player.</a:t>
            </a:r>
          </a:p>
          <a:p>
            <a:pPr marL="457200" algn="just">
              <a:spcBef>
                <a:spcPts val="0"/>
              </a:spcBef>
              <a:spcAft>
                <a:spcPts val="0"/>
              </a:spcAft>
            </a:pPr>
            <a:endParaRPr lang="en-US" sz="1600" dirty="0">
              <a:effectLst/>
              <a:latin typeface="Bahnschrift" panose="020B0502040204020203" pitchFamily="34" charset="0"/>
              <a:ea typeface="Calibri" panose="020F0502020204030204" pitchFamily="34" charset="0"/>
              <a:cs typeface="Times New Roman" panose="02020603050405020304" pitchFamily="18" charset="0"/>
            </a:endParaRPr>
          </a:p>
          <a:p>
            <a:pPr marL="457200" algn="just">
              <a:spcBef>
                <a:spcPts val="0"/>
              </a:spcBef>
              <a:spcAft>
                <a:spcPts val="0"/>
              </a:spcAft>
            </a:pPr>
            <a:r>
              <a:rPr lang="en-US" sz="1600" dirty="0">
                <a:latin typeface="Bahnschrift" panose="020B0502040204020203" pitchFamily="34" charset="0"/>
                <a:ea typeface="Calibri" panose="020F0502020204030204" pitchFamily="34" charset="0"/>
                <a:cs typeface="Times New Roman" panose="02020603050405020304" pitchFamily="18" charset="0"/>
              </a:rPr>
              <a:t>Data Cleaning(EDA) Has been Done on Jupyter Notebook(Python) .</a:t>
            </a:r>
            <a:endParaRPr lang="en-US" sz="1600" dirty="0">
              <a:effectLst/>
              <a:latin typeface="Bahnschrift" panose="020B0502040204020203" pitchFamily="34" charset="0"/>
              <a:ea typeface="Calibri" panose="020F0502020204030204" pitchFamily="34" charset="0"/>
              <a:cs typeface="Times New Roman" panose="02020603050405020304" pitchFamily="18" charset="0"/>
            </a:endParaRPr>
          </a:p>
          <a:p>
            <a:endParaRPr lang="en-IN" dirty="0"/>
          </a:p>
        </p:txBody>
      </p:sp>
      <p:pic>
        <p:nvPicPr>
          <p:cNvPr id="4" name="Content Placeholder 4">
            <a:extLst>
              <a:ext uri="{FF2B5EF4-FFF2-40B4-BE49-F238E27FC236}">
                <a16:creationId xmlns:a16="http://schemas.microsoft.com/office/drawing/2014/main" id="{3A7A4F63-8094-8197-EA59-988B6B4017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65110" y="687095"/>
            <a:ext cx="1841549" cy="856570"/>
          </a:xfrm>
          <a:prstGeom prst="rect">
            <a:avLst/>
          </a:prstGeom>
        </p:spPr>
      </p:pic>
    </p:spTree>
    <p:extLst>
      <p:ext uri="{BB962C8B-B14F-4D97-AF65-F5344CB8AC3E}">
        <p14:creationId xmlns:p14="http://schemas.microsoft.com/office/powerpoint/2010/main" val="1979426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50235-C75F-3D01-F3F1-2311EACB3533}"/>
              </a:ext>
            </a:extLst>
          </p:cNvPr>
          <p:cNvSpPr>
            <a:spLocks noGrp="1"/>
          </p:cNvSpPr>
          <p:nvPr>
            <p:ph type="title"/>
          </p:nvPr>
        </p:nvSpPr>
        <p:spPr>
          <a:xfrm>
            <a:off x="420331" y="1227938"/>
            <a:ext cx="9254611" cy="944991"/>
          </a:xfrm>
        </p:spPr>
        <p:txBody>
          <a:bodyPr>
            <a:normAutofit fontScale="90000"/>
          </a:bodyPr>
          <a:lstStyle/>
          <a:p>
            <a:r>
              <a:rPr lang="en-US" b="1" dirty="0"/>
              <a:t>Insight No. 1 – Does winning the toss for the game lead to winning the game?</a:t>
            </a:r>
            <a:br>
              <a:rPr lang="en-US" dirty="0"/>
            </a:br>
            <a:endParaRPr lang="en-IN" dirty="0"/>
          </a:p>
        </p:txBody>
      </p:sp>
      <p:pic>
        <p:nvPicPr>
          <p:cNvPr id="4" name="Content Placeholder 4">
            <a:extLst>
              <a:ext uri="{FF2B5EF4-FFF2-40B4-BE49-F238E27FC236}">
                <a16:creationId xmlns:a16="http://schemas.microsoft.com/office/drawing/2014/main" id="{067D3BF6-F4ED-5B3A-9E39-79F9DFFEEB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1084" y="711164"/>
            <a:ext cx="1605576" cy="852166"/>
          </a:xfrm>
          <a:prstGeom prst="rect">
            <a:avLst/>
          </a:prstGeom>
        </p:spPr>
      </p:pic>
      <p:pic>
        <p:nvPicPr>
          <p:cNvPr id="5" name="Content Placeholder 4" descr="Chart, bar chart, waterfall chart, box and whisker chart&#10;&#10;Description automatically generated">
            <a:extLst>
              <a:ext uri="{FF2B5EF4-FFF2-40B4-BE49-F238E27FC236}">
                <a16:creationId xmlns:a16="http://schemas.microsoft.com/office/drawing/2014/main" id="{D1435DC5-45EB-4CD1-4DBE-D59BEF7839F2}"/>
              </a:ext>
            </a:extLst>
          </p:cNvPr>
          <p:cNvPicPr>
            <a:picLocks noGrp="1" noChangeAspect="1"/>
          </p:cNvPicPr>
          <p:nvPr>
            <p:ph idx="1"/>
          </p:nvPr>
        </p:nvPicPr>
        <p:blipFill>
          <a:blip r:embed="rId3"/>
          <a:stretch>
            <a:fillRect/>
          </a:stretch>
        </p:blipFill>
        <p:spPr>
          <a:xfrm>
            <a:off x="906562" y="2016707"/>
            <a:ext cx="8524567" cy="4277613"/>
          </a:xfrm>
          <a:prstGeom prst="rect">
            <a:avLst/>
          </a:prstGeom>
        </p:spPr>
      </p:pic>
      <p:sp>
        <p:nvSpPr>
          <p:cNvPr id="6" name="TextBox 5">
            <a:extLst>
              <a:ext uri="{FF2B5EF4-FFF2-40B4-BE49-F238E27FC236}">
                <a16:creationId xmlns:a16="http://schemas.microsoft.com/office/drawing/2014/main" id="{E4D96448-4282-6ECB-7AB3-88FDC8DA9542}"/>
              </a:ext>
            </a:extLst>
          </p:cNvPr>
          <p:cNvSpPr txBox="1"/>
          <p:nvPr/>
        </p:nvSpPr>
        <p:spPr>
          <a:xfrm>
            <a:off x="9674942" y="2015613"/>
            <a:ext cx="1831718" cy="3139321"/>
          </a:xfrm>
          <a:prstGeom prst="rect">
            <a:avLst/>
          </a:prstGeom>
          <a:noFill/>
        </p:spPr>
        <p:txBody>
          <a:bodyPr wrap="square" rtlCol="0">
            <a:spAutoFit/>
          </a:bodyPr>
          <a:lstStyle/>
          <a:p>
            <a:r>
              <a:rPr lang="en-IN" b="1" dirty="0"/>
              <a:t>Here Are the Insights </a:t>
            </a:r>
            <a:r>
              <a:rPr lang="en-IN" dirty="0"/>
              <a:t>-</a:t>
            </a:r>
          </a:p>
          <a:p>
            <a:r>
              <a:rPr lang="en-IN" dirty="0"/>
              <a:t>1)</a:t>
            </a:r>
            <a:r>
              <a:rPr lang="en-IN" b="1" dirty="0"/>
              <a:t>Pie chart </a:t>
            </a:r>
            <a:r>
              <a:rPr lang="en-IN" dirty="0"/>
              <a:t>for Decision after Toss Win</a:t>
            </a:r>
          </a:p>
          <a:p>
            <a:endParaRPr lang="en-IN" dirty="0"/>
          </a:p>
          <a:p>
            <a:r>
              <a:rPr lang="en-IN" dirty="0"/>
              <a:t>2)</a:t>
            </a:r>
            <a:r>
              <a:rPr lang="en-IN" b="1" dirty="0"/>
              <a:t>Graphs</a:t>
            </a:r>
            <a:r>
              <a:rPr lang="en-IN" dirty="0"/>
              <a:t>- showing the Impact of Toss Winning On Match.</a:t>
            </a:r>
          </a:p>
        </p:txBody>
      </p:sp>
      <p:sp>
        <p:nvSpPr>
          <p:cNvPr id="3" name="TextBox 2">
            <a:extLst>
              <a:ext uri="{FF2B5EF4-FFF2-40B4-BE49-F238E27FC236}">
                <a16:creationId xmlns:a16="http://schemas.microsoft.com/office/drawing/2014/main" id="{36FAEAEB-7497-8D64-17D6-EC6E8AD5BC24}"/>
              </a:ext>
            </a:extLst>
          </p:cNvPr>
          <p:cNvSpPr txBox="1"/>
          <p:nvPr/>
        </p:nvSpPr>
        <p:spPr>
          <a:xfrm>
            <a:off x="5546034" y="4601817"/>
            <a:ext cx="4128908" cy="1869743"/>
          </a:xfrm>
          <a:prstGeom prst="rect">
            <a:avLst/>
          </a:prstGeom>
          <a:noFill/>
        </p:spPr>
        <p:txBody>
          <a:bodyPr wrap="square" rtlCol="0">
            <a:spAutoFit/>
          </a:bodyPr>
          <a:lstStyle/>
          <a:p>
            <a:pPr marL="342900" lvl="0" indent="-342900" algn="just">
              <a:buFont typeface="Symbol" panose="05050102010706020507" pitchFamily="18" charset="2"/>
              <a:buChar char=""/>
            </a:pPr>
            <a:r>
              <a:rPr lang="en-US" sz="105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Toss winning plays a crucial role in deciding the winner of the match</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US" sz="105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After carefully observing and analyzing the data we found out that, the most common decision after winning the toss was “Field”. Most of the teams would select to “field” first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US" sz="105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These teams who select to “field” first tend to win the match most of the time. This can be seen by the trend displayed in the below chart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Symbol" panose="05050102010706020507" pitchFamily="18" charset="2"/>
              <a:buChar char=""/>
            </a:pPr>
            <a:r>
              <a:rPr lang="en-US" sz="105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The most successful teams have been the ones who have elected to “field” first</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050" dirty="0"/>
          </a:p>
        </p:txBody>
      </p:sp>
    </p:spTree>
    <p:extLst>
      <p:ext uri="{BB962C8B-B14F-4D97-AF65-F5344CB8AC3E}">
        <p14:creationId xmlns:p14="http://schemas.microsoft.com/office/powerpoint/2010/main" val="377609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6137-A8D1-D031-CBC4-DE1395149E91}"/>
              </a:ext>
            </a:extLst>
          </p:cNvPr>
          <p:cNvSpPr>
            <a:spLocks noGrp="1"/>
          </p:cNvSpPr>
          <p:nvPr>
            <p:ph type="title"/>
          </p:nvPr>
        </p:nvSpPr>
        <p:spPr>
          <a:xfrm>
            <a:off x="766915" y="763910"/>
            <a:ext cx="9330813" cy="1303867"/>
          </a:xfrm>
        </p:spPr>
        <p:txBody>
          <a:bodyPr>
            <a:normAutofit fontScale="90000"/>
          </a:bodyPr>
          <a:lstStyle/>
          <a:p>
            <a:r>
              <a:rPr lang="en-US" b="1" dirty="0"/>
              <a:t>Insight No. 2 - Which team has won the most number of games and tournaments?</a:t>
            </a:r>
            <a:endParaRPr lang="en-IN" b="1" dirty="0"/>
          </a:p>
        </p:txBody>
      </p:sp>
      <p:pic>
        <p:nvPicPr>
          <p:cNvPr id="4" name="Content Placeholder 4">
            <a:extLst>
              <a:ext uri="{FF2B5EF4-FFF2-40B4-BE49-F238E27FC236}">
                <a16:creationId xmlns:a16="http://schemas.microsoft.com/office/drawing/2014/main" id="{C36F5E7F-C990-0C9B-6922-D07A61628A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7729" y="711197"/>
            <a:ext cx="1458092" cy="704647"/>
          </a:xfrm>
          <a:prstGeom prst="rect">
            <a:avLst/>
          </a:prstGeom>
        </p:spPr>
      </p:pic>
      <p:pic>
        <p:nvPicPr>
          <p:cNvPr id="6" name="Picture 5" descr="Graphical user interface, application">
            <a:extLst>
              <a:ext uri="{FF2B5EF4-FFF2-40B4-BE49-F238E27FC236}">
                <a16:creationId xmlns:a16="http://schemas.microsoft.com/office/drawing/2014/main" id="{2CDC155A-8CD6-0BE2-9519-824B0FDB6231}"/>
              </a:ext>
            </a:extLst>
          </p:cNvPr>
          <p:cNvPicPr>
            <a:picLocks noChangeAspect="1"/>
          </p:cNvPicPr>
          <p:nvPr/>
        </p:nvPicPr>
        <p:blipFill>
          <a:blip r:embed="rId3"/>
          <a:stretch>
            <a:fillRect/>
          </a:stretch>
        </p:blipFill>
        <p:spPr>
          <a:xfrm>
            <a:off x="528376" y="2120489"/>
            <a:ext cx="8862180" cy="3973601"/>
          </a:xfrm>
          <a:prstGeom prst="rect">
            <a:avLst/>
          </a:prstGeom>
        </p:spPr>
      </p:pic>
      <p:sp>
        <p:nvSpPr>
          <p:cNvPr id="3" name="TextBox 2">
            <a:extLst>
              <a:ext uri="{FF2B5EF4-FFF2-40B4-BE49-F238E27FC236}">
                <a16:creationId xmlns:a16="http://schemas.microsoft.com/office/drawing/2014/main" id="{B9E00771-F631-4C4D-4FF8-B7403552D8B7}"/>
              </a:ext>
            </a:extLst>
          </p:cNvPr>
          <p:cNvSpPr txBox="1"/>
          <p:nvPr/>
        </p:nvSpPr>
        <p:spPr>
          <a:xfrm>
            <a:off x="9390556" y="2118241"/>
            <a:ext cx="2034529" cy="4570482"/>
          </a:xfrm>
          <a:prstGeom prst="rect">
            <a:avLst/>
          </a:prstGeom>
          <a:noFill/>
        </p:spPr>
        <p:txBody>
          <a:bodyPr wrap="square" rtlCol="0">
            <a:spAutoFit/>
          </a:bodyPr>
          <a:lstStyle/>
          <a:p>
            <a:pPr algn="just"/>
            <a:r>
              <a:rPr lang="en-US" sz="1800" b="1"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Insight: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171450" lvl="0" indent="-171450" algn="just">
              <a:buFont typeface="Arial" panose="020B0604020202020204" pitchFamily="34" charset="0"/>
              <a:buChar char="•"/>
            </a:pPr>
            <a:r>
              <a:rPr lang="en-US" sz="11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The Winner Board shown in the below chart displays which team has won the IPL in a particular year. As we can see, team Mumbai Indians won the IPL tournament 5 times </a:t>
            </a:r>
            <a:r>
              <a:rPr lang="en-US" sz="110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from 2008 to </a:t>
            </a:r>
            <a:r>
              <a:rPr lang="en-US" sz="11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2021, thereby winning the greatest number of times compared to other teams. Team Chennai Superkings follows next on the chart after winning the IPL tournament 4 times.</a:t>
            </a:r>
          </a:p>
          <a:p>
            <a:pPr marL="171450" lvl="0" indent="-171450" algn="just">
              <a:buFont typeface="Arial" panose="020B0604020202020204" pitchFamily="34" charset="0"/>
              <a:buChar char="•"/>
            </a:pP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marL="171450" lvl="0" indent="-171450" algn="just">
              <a:buFont typeface="Arial" panose="020B0604020202020204" pitchFamily="34" charset="0"/>
              <a:buChar char="•"/>
            </a:pPr>
            <a:r>
              <a:rPr lang="en-US" sz="11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The Leader Board shown in the below chart displays the total number of matches won by a particular team. This shows that team Mumbai Indians leads the board and team Chennai Superkings follows it.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n-US" sz="10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000" dirty="0"/>
          </a:p>
        </p:txBody>
      </p:sp>
    </p:spTree>
    <p:extLst>
      <p:ext uri="{BB962C8B-B14F-4D97-AF65-F5344CB8AC3E}">
        <p14:creationId xmlns:p14="http://schemas.microsoft.com/office/powerpoint/2010/main" val="2708006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C7354-F7EC-8783-3DBD-5221075270EC}"/>
              </a:ext>
            </a:extLst>
          </p:cNvPr>
          <p:cNvSpPr>
            <a:spLocks noGrp="1"/>
          </p:cNvSpPr>
          <p:nvPr>
            <p:ph type="title"/>
          </p:nvPr>
        </p:nvSpPr>
        <p:spPr>
          <a:xfrm>
            <a:off x="636179" y="560439"/>
            <a:ext cx="8360337" cy="1056968"/>
          </a:xfrm>
        </p:spPr>
        <p:txBody>
          <a:bodyPr>
            <a:normAutofit fontScale="90000"/>
          </a:bodyPr>
          <a:lstStyle/>
          <a:p>
            <a:r>
              <a:rPr lang="en-US" b="1" dirty="0"/>
              <a:t>Insight No. 3 - Mumbai Indians v/s CSK team statistics</a:t>
            </a:r>
            <a:endParaRPr lang="en-IN" b="1" dirty="0"/>
          </a:p>
        </p:txBody>
      </p:sp>
      <p:pic>
        <p:nvPicPr>
          <p:cNvPr id="4" name="Content Placeholder 4">
            <a:extLst>
              <a:ext uri="{FF2B5EF4-FFF2-40B4-BE49-F238E27FC236}">
                <a16:creationId xmlns:a16="http://schemas.microsoft.com/office/drawing/2014/main" id="{35758509-CD96-72B8-4AF3-3A61DE5F70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97729" y="668594"/>
            <a:ext cx="1458092" cy="727587"/>
          </a:xfrm>
          <a:prstGeom prst="rect">
            <a:avLst/>
          </a:prstGeom>
        </p:spPr>
      </p:pic>
      <p:pic>
        <p:nvPicPr>
          <p:cNvPr id="5" name="Picture 4" descr="Chart, scatter chart">
            <a:extLst>
              <a:ext uri="{FF2B5EF4-FFF2-40B4-BE49-F238E27FC236}">
                <a16:creationId xmlns:a16="http://schemas.microsoft.com/office/drawing/2014/main" id="{FE4CAA89-715B-50F0-E341-429F082F5B93}"/>
              </a:ext>
            </a:extLst>
          </p:cNvPr>
          <p:cNvPicPr>
            <a:picLocks noChangeAspect="1"/>
          </p:cNvPicPr>
          <p:nvPr/>
        </p:nvPicPr>
        <p:blipFill>
          <a:blip r:embed="rId3"/>
          <a:stretch>
            <a:fillRect/>
          </a:stretch>
        </p:blipFill>
        <p:spPr>
          <a:xfrm>
            <a:off x="1201993" y="1617407"/>
            <a:ext cx="7794523" cy="5409529"/>
          </a:xfrm>
          <a:prstGeom prst="rect">
            <a:avLst/>
          </a:prstGeom>
        </p:spPr>
      </p:pic>
      <p:sp>
        <p:nvSpPr>
          <p:cNvPr id="3" name="TextBox 2">
            <a:extLst>
              <a:ext uri="{FF2B5EF4-FFF2-40B4-BE49-F238E27FC236}">
                <a16:creationId xmlns:a16="http://schemas.microsoft.com/office/drawing/2014/main" id="{19E6191C-5221-F809-E5D0-648C5D22A923}"/>
              </a:ext>
            </a:extLst>
          </p:cNvPr>
          <p:cNvSpPr txBox="1"/>
          <p:nvPr/>
        </p:nvSpPr>
        <p:spPr>
          <a:xfrm>
            <a:off x="8996516" y="2111211"/>
            <a:ext cx="2206487" cy="2185214"/>
          </a:xfrm>
          <a:prstGeom prst="rect">
            <a:avLst/>
          </a:prstGeom>
          <a:noFill/>
        </p:spPr>
        <p:txBody>
          <a:bodyPr wrap="square" rtlCol="0">
            <a:spAutoFit/>
          </a:bodyPr>
          <a:lstStyle/>
          <a:p>
            <a:pPr algn="just"/>
            <a:r>
              <a:rPr lang="en-US" sz="1800" b="1"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Insights: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endParaRPr lang="en-US" sz="16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285750" lvl="0" indent="-285750">
              <a:buFont typeface="Arial" panose="020B0604020202020204" pitchFamily="34" charset="0"/>
              <a:buChar char="•"/>
            </a:pPr>
            <a:r>
              <a:rPr lang="en-US" sz="14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BestBowlers of Mumbai Indians against Chennai Superkings. </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285750" lvl="0" indent="-285750">
              <a:buFont typeface="Arial" panose="020B0604020202020204" pitchFamily="34" charset="0"/>
              <a:buChar char="•"/>
            </a:pPr>
            <a:r>
              <a:rPr lang="en-US" sz="14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Best batsmen of Chennai Superkings against Mumbai Indians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78231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C3D64-14FA-B85C-BA7E-3C8C9DDADC51}"/>
              </a:ext>
            </a:extLst>
          </p:cNvPr>
          <p:cNvSpPr>
            <a:spLocks noGrp="1"/>
          </p:cNvSpPr>
          <p:nvPr>
            <p:ph type="title"/>
          </p:nvPr>
        </p:nvSpPr>
        <p:spPr>
          <a:xfrm>
            <a:off x="570272" y="462116"/>
            <a:ext cx="9527458" cy="1229033"/>
          </a:xfrm>
        </p:spPr>
        <p:txBody>
          <a:bodyPr>
            <a:normAutofit fontScale="90000"/>
          </a:bodyPr>
          <a:lstStyle/>
          <a:p>
            <a:r>
              <a:rPr lang="en-US" b="1" dirty="0"/>
              <a:t>Insight No. 4 - Who are the best batsmen and best bowler of the tournament?</a:t>
            </a:r>
            <a:endParaRPr lang="en-IN" b="1" dirty="0"/>
          </a:p>
        </p:txBody>
      </p:sp>
      <p:pic>
        <p:nvPicPr>
          <p:cNvPr id="4" name="Picture 3" descr="Chart&#10;&#10;Description automatically generated">
            <a:extLst>
              <a:ext uri="{FF2B5EF4-FFF2-40B4-BE49-F238E27FC236}">
                <a16:creationId xmlns:a16="http://schemas.microsoft.com/office/drawing/2014/main" id="{AF586CD5-E453-9557-9F01-98A7BA69680C}"/>
              </a:ext>
            </a:extLst>
          </p:cNvPr>
          <p:cNvPicPr>
            <a:picLocks noChangeAspect="1"/>
          </p:cNvPicPr>
          <p:nvPr/>
        </p:nvPicPr>
        <p:blipFill>
          <a:blip r:embed="rId2"/>
          <a:stretch>
            <a:fillRect/>
          </a:stretch>
        </p:blipFill>
        <p:spPr>
          <a:xfrm>
            <a:off x="1332783" y="1691149"/>
            <a:ext cx="7704856" cy="5040119"/>
          </a:xfrm>
          <a:prstGeom prst="rect">
            <a:avLst/>
          </a:prstGeom>
        </p:spPr>
      </p:pic>
      <p:pic>
        <p:nvPicPr>
          <p:cNvPr id="5" name="Content Placeholder 4">
            <a:extLst>
              <a:ext uri="{FF2B5EF4-FFF2-40B4-BE49-F238E27FC236}">
                <a16:creationId xmlns:a16="http://schemas.microsoft.com/office/drawing/2014/main" id="{01B2BB6D-AA52-2240-7AA4-76CDB846CF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6220" y="570272"/>
            <a:ext cx="1523998" cy="786580"/>
          </a:xfrm>
          <a:prstGeom prst="rect">
            <a:avLst/>
          </a:prstGeom>
        </p:spPr>
      </p:pic>
      <p:sp>
        <p:nvSpPr>
          <p:cNvPr id="3" name="TextBox 2">
            <a:extLst>
              <a:ext uri="{FF2B5EF4-FFF2-40B4-BE49-F238E27FC236}">
                <a16:creationId xmlns:a16="http://schemas.microsoft.com/office/drawing/2014/main" id="{92B3B7C4-93AC-6A86-BDFA-3C4C28285431}"/>
              </a:ext>
            </a:extLst>
          </p:cNvPr>
          <p:cNvSpPr txBox="1"/>
          <p:nvPr/>
        </p:nvSpPr>
        <p:spPr>
          <a:xfrm>
            <a:off x="9193696" y="2138410"/>
            <a:ext cx="2216426" cy="4093428"/>
          </a:xfrm>
          <a:prstGeom prst="rect">
            <a:avLst/>
          </a:prstGeom>
          <a:noFill/>
        </p:spPr>
        <p:txBody>
          <a:bodyPr wrap="square" rtlCol="0">
            <a:spAutoFit/>
          </a:bodyPr>
          <a:lstStyle/>
          <a:p>
            <a:pPr algn="just"/>
            <a:r>
              <a:rPr lang="en-US" sz="1800" b="1"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Insights: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As we can see bowlers who have taken maximum wickets in the tournament and can be named as purple cap for the whole tournament</a:t>
            </a:r>
          </a:p>
          <a:p>
            <a:pPr marL="342900" lvl="0" indent="-342900">
              <a:buFont typeface="Symbol" panose="05050102010706020507" pitchFamily="18" charset="2"/>
              <a:buChar char=""/>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buFont typeface="Symbol" panose="05050102010706020507" pitchFamily="18" charset="2"/>
              <a:buChar char=""/>
            </a:pPr>
            <a:r>
              <a:rPr lang="en-US" sz="1400"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We can see that the TOP-performing batsman for the full season we can see that V.Kohli emerges as the best batsman and can be named as orange cap.</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136943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6EE8E-E98C-A8B7-DD40-032B487FC9B2}"/>
              </a:ext>
            </a:extLst>
          </p:cNvPr>
          <p:cNvSpPr>
            <a:spLocks noGrp="1"/>
          </p:cNvSpPr>
          <p:nvPr>
            <p:ph type="title"/>
          </p:nvPr>
        </p:nvSpPr>
        <p:spPr>
          <a:xfrm>
            <a:off x="914401" y="816078"/>
            <a:ext cx="8318089" cy="658761"/>
          </a:xfrm>
        </p:spPr>
        <p:txBody>
          <a:bodyPr>
            <a:normAutofit fontScale="90000"/>
          </a:bodyPr>
          <a:lstStyle/>
          <a:p>
            <a:r>
              <a:rPr lang="en-US" b="1" dirty="0"/>
              <a:t>Insight No. 5 - Relationship between Strike rate and  Boundaries or Sixes</a:t>
            </a:r>
            <a:endParaRPr lang="en-IN" b="1" dirty="0"/>
          </a:p>
        </p:txBody>
      </p:sp>
      <p:pic>
        <p:nvPicPr>
          <p:cNvPr id="4" name="Content Placeholder 4">
            <a:extLst>
              <a:ext uri="{FF2B5EF4-FFF2-40B4-BE49-F238E27FC236}">
                <a16:creationId xmlns:a16="http://schemas.microsoft.com/office/drawing/2014/main" id="{A3088A72-3D27-F763-04D5-7C85D5D4DC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4598" y="588842"/>
            <a:ext cx="1523998" cy="786580"/>
          </a:xfrm>
          <a:prstGeom prst="rect">
            <a:avLst/>
          </a:prstGeom>
        </p:spPr>
      </p:pic>
      <p:pic>
        <p:nvPicPr>
          <p:cNvPr id="6" name="Picture 5" descr="Chart, bar chart">
            <a:extLst>
              <a:ext uri="{FF2B5EF4-FFF2-40B4-BE49-F238E27FC236}">
                <a16:creationId xmlns:a16="http://schemas.microsoft.com/office/drawing/2014/main" id="{9BED7EB5-0BE9-427F-88A3-C963AB55F92B}"/>
              </a:ext>
            </a:extLst>
          </p:cNvPr>
          <p:cNvPicPr>
            <a:picLocks noChangeAspect="1"/>
          </p:cNvPicPr>
          <p:nvPr/>
        </p:nvPicPr>
        <p:blipFill>
          <a:blip r:embed="rId3"/>
          <a:stretch>
            <a:fillRect/>
          </a:stretch>
        </p:blipFill>
        <p:spPr>
          <a:xfrm>
            <a:off x="1251369" y="1730586"/>
            <a:ext cx="7981121" cy="5236746"/>
          </a:xfrm>
          <a:prstGeom prst="rect">
            <a:avLst/>
          </a:prstGeom>
        </p:spPr>
      </p:pic>
      <p:sp>
        <p:nvSpPr>
          <p:cNvPr id="3" name="TextBox 2">
            <a:extLst>
              <a:ext uri="{FF2B5EF4-FFF2-40B4-BE49-F238E27FC236}">
                <a16:creationId xmlns:a16="http://schemas.microsoft.com/office/drawing/2014/main" id="{81935EBB-9EDC-A88A-77D0-3356644A04ED}"/>
              </a:ext>
            </a:extLst>
          </p:cNvPr>
          <p:cNvSpPr txBox="1"/>
          <p:nvPr/>
        </p:nvSpPr>
        <p:spPr>
          <a:xfrm>
            <a:off x="9412357" y="2085750"/>
            <a:ext cx="1987826" cy="4062651"/>
          </a:xfrm>
          <a:prstGeom prst="rect">
            <a:avLst/>
          </a:prstGeom>
          <a:noFill/>
        </p:spPr>
        <p:txBody>
          <a:bodyPr wrap="square" rtlCol="0">
            <a:spAutoFit/>
          </a:bodyPr>
          <a:lstStyle/>
          <a:p>
            <a:pPr algn="just"/>
            <a:r>
              <a:rPr lang="en-US" sz="1800" b="1"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Insights: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dirty="0">
                <a:solidFill>
                  <a:srgbClr val="2D3B45"/>
                </a:solidFill>
                <a:effectLst/>
                <a:latin typeface="Calibri Light" panose="020F0302020204030204" pitchFamily="34" charset="0"/>
                <a:ea typeface="Times New Roman" panose="02020603050405020304" pitchFamily="18" charset="0"/>
              </a:rPr>
              <a:t>We can see from the below chart that If a Batsman has the best Strike rate it does not mean that he has scored the most boundaries or sixes. Runs can be made with running as well and still, a batsman can attain the best strike rate.</a:t>
            </a:r>
            <a:endParaRPr lang="en-IN" sz="1600" dirty="0"/>
          </a:p>
        </p:txBody>
      </p:sp>
    </p:spTree>
    <p:extLst>
      <p:ext uri="{BB962C8B-B14F-4D97-AF65-F5344CB8AC3E}">
        <p14:creationId xmlns:p14="http://schemas.microsoft.com/office/powerpoint/2010/main" val="1007365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ABA41-6212-2766-C9C3-5F364220394F}"/>
              </a:ext>
            </a:extLst>
          </p:cNvPr>
          <p:cNvSpPr>
            <a:spLocks noGrp="1"/>
          </p:cNvSpPr>
          <p:nvPr>
            <p:ph type="title"/>
          </p:nvPr>
        </p:nvSpPr>
        <p:spPr>
          <a:xfrm>
            <a:off x="536713" y="872802"/>
            <a:ext cx="9213574" cy="697581"/>
          </a:xfrm>
        </p:spPr>
        <p:txBody>
          <a:bodyPr>
            <a:normAutofit fontScale="90000"/>
          </a:bodyPr>
          <a:lstStyle/>
          <a:p>
            <a:r>
              <a:rPr lang="en-US" b="1" dirty="0"/>
              <a:t>Insight No. 6 - Relationship Between Bowlers strike rate and Bowlers Economy</a:t>
            </a:r>
            <a:endParaRPr lang="en-IN" b="1" dirty="0"/>
          </a:p>
        </p:txBody>
      </p:sp>
      <p:pic>
        <p:nvPicPr>
          <p:cNvPr id="4" name="Content Placeholder 4">
            <a:extLst>
              <a:ext uri="{FF2B5EF4-FFF2-40B4-BE49-F238E27FC236}">
                <a16:creationId xmlns:a16="http://schemas.microsoft.com/office/drawing/2014/main" id="{B7B73B7E-FBEE-2EC0-C876-DC9C15B873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4050" y="479512"/>
            <a:ext cx="1523998" cy="786580"/>
          </a:xfrm>
          <a:prstGeom prst="rect">
            <a:avLst/>
          </a:prstGeom>
        </p:spPr>
      </p:pic>
      <p:pic>
        <p:nvPicPr>
          <p:cNvPr id="5" name="Picture 4" descr="Chart&#10;&#10;Description automatically generated">
            <a:extLst>
              <a:ext uri="{FF2B5EF4-FFF2-40B4-BE49-F238E27FC236}">
                <a16:creationId xmlns:a16="http://schemas.microsoft.com/office/drawing/2014/main" id="{7F392D72-B7D9-6D53-CC7E-3198C3BD850B}"/>
              </a:ext>
            </a:extLst>
          </p:cNvPr>
          <p:cNvPicPr>
            <a:picLocks noChangeAspect="1"/>
          </p:cNvPicPr>
          <p:nvPr/>
        </p:nvPicPr>
        <p:blipFill>
          <a:blip r:embed="rId3"/>
          <a:stretch>
            <a:fillRect/>
          </a:stretch>
        </p:blipFill>
        <p:spPr>
          <a:xfrm>
            <a:off x="1501923" y="1798981"/>
            <a:ext cx="6866824" cy="5059019"/>
          </a:xfrm>
          <a:prstGeom prst="rect">
            <a:avLst/>
          </a:prstGeom>
        </p:spPr>
      </p:pic>
      <p:sp>
        <p:nvSpPr>
          <p:cNvPr id="3" name="TextBox 2">
            <a:extLst>
              <a:ext uri="{FF2B5EF4-FFF2-40B4-BE49-F238E27FC236}">
                <a16:creationId xmlns:a16="http://schemas.microsoft.com/office/drawing/2014/main" id="{1E3C2E9C-D255-7890-DE41-995168FCD94D}"/>
              </a:ext>
            </a:extLst>
          </p:cNvPr>
          <p:cNvSpPr txBox="1"/>
          <p:nvPr/>
        </p:nvSpPr>
        <p:spPr>
          <a:xfrm>
            <a:off x="8473108" y="2121910"/>
            <a:ext cx="2554357" cy="3139321"/>
          </a:xfrm>
          <a:prstGeom prst="rect">
            <a:avLst/>
          </a:prstGeom>
          <a:noFill/>
        </p:spPr>
        <p:txBody>
          <a:bodyPr wrap="square" rtlCol="0">
            <a:spAutoFit/>
          </a:bodyPr>
          <a:lstStyle/>
          <a:p>
            <a:pPr algn="just"/>
            <a:r>
              <a:rPr lang="en-US" b="1" dirty="0">
                <a:solidFill>
                  <a:srgbClr val="2D3B45"/>
                </a:solidFill>
                <a:effectLst/>
                <a:latin typeface="Calibri Light" panose="020F0302020204030204" pitchFamily="34" charset="0"/>
                <a:ea typeface="Times New Roman" panose="02020603050405020304" pitchFamily="18" charset="0"/>
                <a:cs typeface="Times New Roman" panose="02020603050405020304" pitchFamily="18" charset="0"/>
              </a:rPr>
              <a:t>Insights:  </a:t>
            </a:r>
            <a:endParaRPr lang="en-IN" b="1" dirty="0">
              <a:effectLst/>
              <a:latin typeface="Calibri" panose="020F0502020204030204" pitchFamily="34" charset="0"/>
              <a:ea typeface="Calibri" panose="020F0502020204030204" pitchFamily="34" charset="0"/>
              <a:cs typeface="Times New Roman" panose="02020603050405020304" pitchFamily="18" charset="0"/>
            </a:endParaRPr>
          </a:p>
          <a:p>
            <a:r>
              <a:rPr lang="en-US" dirty="0">
                <a:solidFill>
                  <a:srgbClr val="2D3B45"/>
                </a:solidFill>
                <a:effectLst/>
                <a:latin typeface="Calibri Light" panose="020F0302020204030204" pitchFamily="34" charset="0"/>
                <a:ea typeface="Times New Roman" panose="02020603050405020304" pitchFamily="18" charset="0"/>
              </a:rPr>
              <a:t>We can see from the below chart that if a bowler has the best strike rate, which is best when it is the lowest, it does not mean that he has the best economy rate. The economy can be achieved without having the best strike rate.</a:t>
            </a:r>
            <a:endParaRPr lang="en-IN" dirty="0"/>
          </a:p>
        </p:txBody>
      </p:sp>
    </p:spTree>
    <p:extLst>
      <p:ext uri="{BB962C8B-B14F-4D97-AF65-F5344CB8AC3E}">
        <p14:creationId xmlns:p14="http://schemas.microsoft.com/office/powerpoint/2010/main" val="2845139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160A8-B01B-8964-D326-E79BA83F3652}"/>
              </a:ext>
            </a:extLst>
          </p:cNvPr>
          <p:cNvSpPr>
            <a:spLocks noGrp="1"/>
          </p:cNvSpPr>
          <p:nvPr>
            <p:ph type="title"/>
          </p:nvPr>
        </p:nvSpPr>
        <p:spPr>
          <a:xfrm>
            <a:off x="785191" y="982132"/>
            <a:ext cx="3886200" cy="1115025"/>
          </a:xfrm>
        </p:spPr>
        <p:txBody>
          <a:bodyPr/>
          <a:lstStyle/>
          <a:p>
            <a:r>
              <a:rPr lang="en-US" b="1" dirty="0"/>
              <a:t>Conclusion</a:t>
            </a:r>
            <a:endParaRPr lang="en-IN" b="1" dirty="0"/>
          </a:p>
        </p:txBody>
      </p:sp>
      <p:sp>
        <p:nvSpPr>
          <p:cNvPr id="3" name="Content Placeholder 2">
            <a:extLst>
              <a:ext uri="{FF2B5EF4-FFF2-40B4-BE49-F238E27FC236}">
                <a16:creationId xmlns:a16="http://schemas.microsoft.com/office/drawing/2014/main" id="{C4686B28-146E-6739-CAD8-CDB2E893B322}"/>
              </a:ext>
            </a:extLst>
          </p:cNvPr>
          <p:cNvSpPr>
            <a:spLocks noGrp="1"/>
          </p:cNvSpPr>
          <p:nvPr>
            <p:ph idx="1"/>
          </p:nvPr>
        </p:nvSpPr>
        <p:spPr>
          <a:xfrm>
            <a:off x="785191" y="2395329"/>
            <a:ext cx="10111406" cy="3480539"/>
          </a:xfrm>
        </p:spPr>
        <p:txBody>
          <a:bodyPr/>
          <a:lstStyle/>
          <a:p>
            <a:pPr marL="457200" indent="-457200">
              <a:buFont typeface="+mj-lt"/>
              <a:buAutoNum type="arabicPeriod"/>
            </a:pPr>
            <a:r>
              <a:rPr lang="en-US" sz="1600" kern="0" dirty="0">
                <a:latin typeface="Bahnschrift" panose="020B0502040204020203" pitchFamily="34" charset="0"/>
              </a:rPr>
              <a:t>Player performance analysis for better recommendation in future tournaments</a:t>
            </a:r>
          </a:p>
          <a:p>
            <a:pPr marL="457200" indent="-457200">
              <a:buFont typeface="+mj-lt"/>
              <a:buAutoNum type="arabicPeriod"/>
            </a:pPr>
            <a:r>
              <a:rPr lang="en-US" sz="1600" kern="0" dirty="0">
                <a:latin typeface="Bahnschrift" panose="020B0502040204020203" pitchFamily="34" charset="0"/>
              </a:rPr>
              <a:t>Key metrics that decide the winning of a team in the tournament</a:t>
            </a:r>
          </a:p>
          <a:p>
            <a:pPr marL="457200" indent="-457200">
              <a:buFont typeface="+mj-lt"/>
              <a:buAutoNum type="arabicPeriod"/>
            </a:pPr>
            <a:r>
              <a:rPr lang="en-US" sz="1600" kern="100" dirty="0">
                <a:effectLst/>
                <a:latin typeface="Bahnschrift" panose="020B0502040204020203" pitchFamily="34" charset="0"/>
                <a:ea typeface="Calibri" panose="020F0502020204030204" pitchFamily="34" charset="0"/>
                <a:cs typeface="Times New Roman" panose="02020603050405020304" pitchFamily="18" charset="0"/>
              </a:rPr>
              <a:t>Identify top-performing players in various aspects of the game (e.g., highest run-scorers, leading wicket-takers, best fielders) to inform team selection and strategy.</a:t>
            </a:r>
            <a:endParaRPr lang="en-IN" sz="1600" kern="100" dirty="0">
              <a:latin typeface="Bahnschrift" panose="020B0502040204020203" pitchFamily="34" charset="0"/>
              <a:ea typeface="Calibri" panose="020F0502020204030204" pitchFamily="34" charset="0"/>
              <a:cs typeface="Times New Roman" panose="02020603050405020304" pitchFamily="18" charset="0"/>
            </a:endParaRPr>
          </a:p>
          <a:p>
            <a:pPr marL="457200" indent="-457200">
              <a:buFont typeface="+mj-lt"/>
              <a:buAutoNum type="arabicPeriod"/>
            </a:pPr>
            <a:r>
              <a:rPr lang="en-US" sz="1600" dirty="0">
                <a:effectLst/>
                <a:latin typeface="Bahnschrift" panose="020B0502040204020203" pitchFamily="34" charset="0"/>
                <a:ea typeface="Calibri" panose="020F0502020204030204" pitchFamily="34" charset="0"/>
              </a:rPr>
              <a:t>Encourage teams to focus on building a well-balanced squad with a mix of experienced players and emerging talents, considering both individual skills and team dynamics</a:t>
            </a:r>
            <a:endParaRPr lang="en-US" sz="1600" kern="0" dirty="0">
              <a:latin typeface="Bahnschrift" panose="020B0502040204020203" pitchFamily="34" charset="0"/>
            </a:endParaRPr>
          </a:p>
          <a:p>
            <a:pPr marL="457200" indent="-457200">
              <a:buFont typeface="+mj-lt"/>
              <a:buAutoNum type="arabicPeriod"/>
            </a:pPr>
            <a:r>
              <a:rPr lang="en-US" sz="1600" kern="100" dirty="0">
                <a:effectLst/>
                <a:latin typeface="Bahnschrift" panose="020B0502040204020203" pitchFamily="34" charset="0"/>
                <a:ea typeface="Calibri" panose="020F0502020204030204" pitchFamily="34" charset="0"/>
                <a:cs typeface="Times New Roman" panose="02020603050405020304" pitchFamily="18" charset="0"/>
              </a:rPr>
              <a:t>By leveraging the insights gained from player performance analysis and identifying key winning factors for teams in the IPL dataset, stakeholders can make informed decisions and implement effective strategies to enhance their performance in future tournaments.</a:t>
            </a:r>
          </a:p>
          <a:p>
            <a:pPr marL="457200" indent="-457200">
              <a:buFont typeface="+mj-lt"/>
              <a:buAutoNum type="arabicPeriod"/>
            </a:pPr>
            <a:endParaRPr lang="en-IN" sz="1600" kern="100" dirty="0">
              <a:effectLst/>
              <a:latin typeface="Bahnschrift" panose="020B0502040204020203" pitchFamily="34" charset="0"/>
              <a:ea typeface="Calibri" panose="020F0502020204030204" pitchFamily="34" charset="0"/>
              <a:cs typeface="Times New Roman" panose="02020603050405020304" pitchFamily="18" charset="0"/>
            </a:endParaRPr>
          </a:p>
          <a:p>
            <a:pPr marL="457200" indent="-457200">
              <a:buFont typeface="+mj-lt"/>
              <a:buAutoNum type="arabicPeriod"/>
            </a:pPr>
            <a:endParaRPr lang="en-IN" sz="1600" kern="0" dirty="0">
              <a:latin typeface="Bahnschrift" panose="020B0502040204020203" pitchFamily="34" charset="0"/>
            </a:endParaRPr>
          </a:p>
          <a:p>
            <a:pPr marL="457200" indent="-457200">
              <a:buFont typeface="+mj-lt"/>
              <a:buAutoNum type="arabicPeriod"/>
            </a:pPr>
            <a:endParaRPr lang="en-US" sz="1600" kern="0" dirty="0">
              <a:latin typeface="Bahnschrift" panose="020B0502040204020203" pitchFamily="34" charset="0"/>
            </a:endParaRPr>
          </a:p>
        </p:txBody>
      </p:sp>
      <p:pic>
        <p:nvPicPr>
          <p:cNvPr id="4" name="Content Placeholder 4">
            <a:extLst>
              <a:ext uri="{FF2B5EF4-FFF2-40B4-BE49-F238E27FC236}">
                <a16:creationId xmlns:a16="http://schemas.microsoft.com/office/drawing/2014/main" id="{3CF823CC-2A4F-B877-8D64-B06FBFE0C1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27364" y="588842"/>
            <a:ext cx="1431231" cy="762880"/>
          </a:xfrm>
          <a:prstGeom prst="rect">
            <a:avLst/>
          </a:prstGeom>
        </p:spPr>
      </p:pic>
      <p:sp>
        <p:nvSpPr>
          <p:cNvPr id="6" name="Rectangle 2">
            <a:extLst>
              <a:ext uri="{FF2B5EF4-FFF2-40B4-BE49-F238E27FC236}">
                <a16:creationId xmlns:a16="http://schemas.microsoft.com/office/drawing/2014/main" id="{8110859D-18B8-BCB6-8125-3202518EC45E}"/>
              </a:ext>
            </a:extLst>
          </p:cNvPr>
          <p:cNvSpPr>
            <a:spLocks noChangeArrowheads="1"/>
          </p:cNvSpPr>
          <p:nvPr/>
        </p:nvSpPr>
        <p:spPr bwMode="auto">
          <a:xfrm>
            <a:off x="0" y="0"/>
            <a:ext cx="42672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34569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437303-9C6F-3683-70B5-F3E3F1DD40A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5509" y="759772"/>
            <a:ext cx="9792929" cy="5179065"/>
          </a:xfrm>
        </p:spPr>
      </p:pic>
    </p:spTree>
    <p:extLst>
      <p:ext uri="{BB962C8B-B14F-4D97-AF65-F5344CB8AC3E}">
        <p14:creationId xmlns:p14="http://schemas.microsoft.com/office/powerpoint/2010/main" val="81500371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560</TotalTime>
  <Words>1045</Words>
  <Application>Microsoft Office PowerPoint</Application>
  <PresentationFormat>Widescreen</PresentationFormat>
  <Paragraphs>55</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Arial Black</vt:lpstr>
      <vt:lpstr>Bahnschrift</vt:lpstr>
      <vt:lpstr>Calibri</vt:lpstr>
      <vt:lpstr>Calibri Light</vt:lpstr>
      <vt:lpstr>Garamond</vt:lpstr>
      <vt:lpstr>Söhne</vt:lpstr>
      <vt:lpstr>Symbol</vt:lpstr>
      <vt:lpstr>Organic</vt:lpstr>
      <vt:lpstr>PowerPoint Presentation</vt:lpstr>
      <vt:lpstr>Introduction</vt:lpstr>
      <vt:lpstr>Data Visualisation Goals</vt:lpstr>
      <vt:lpstr>Dataset Selected</vt:lpstr>
      <vt:lpstr>Insight No. 1 – Does winning the toss for the game lead to winning the game? </vt:lpstr>
      <vt:lpstr>Insight No. 2 - Which team has won the most number of games and tournaments?</vt:lpstr>
      <vt:lpstr>Insight No. 3 - Mumbai Indians v/s CSK team statistics</vt:lpstr>
      <vt:lpstr>Insight No. 4 - Who are the best batsmen and best bowler of the tournament?</vt:lpstr>
      <vt:lpstr>Insight No. 5 - Relationship between Strike rate and  Boundaries or Sixes</vt:lpstr>
      <vt:lpstr>Insight No. 6 - Relationship Between Bowlers strike rate and Bowlers Economy</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shweta prasad</dc:creator>
  <cp:lastModifiedBy>shweta prasad</cp:lastModifiedBy>
  <cp:revision>1</cp:revision>
  <dcterms:created xsi:type="dcterms:W3CDTF">2024-03-26T03:43:47Z</dcterms:created>
  <dcterms:modified xsi:type="dcterms:W3CDTF">2024-03-28T00:31:02Z</dcterms:modified>
</cp:coreProperties>
</file>